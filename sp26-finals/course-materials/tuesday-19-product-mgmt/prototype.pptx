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9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76" y="3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905FB-C0B6-C386-41D6-33A0DF2B4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79D619-194B-C5DD-E39F-C7045E95C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A7C2E6-CB74-744E-B147-FE0A7AEA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AD887D-3C69-D4F5-77B0-7A6F440D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868649-46E3-637D-35B4-566C0034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4966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39B63-B159-AC09-7FDA-83393F9F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684310-A529-6B42-7535-A22D7103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1B00E1-7291-E3E6-3785-DA343B07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1BF4B4-5340-5166-9B00-54C2B8A5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6656F6-1750-5FBC-B71A-891AC681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89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7D211-661D-970E-A777-8E1D0C3D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AEF030-E631-F2E2-E2CA-F33082557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4FB021-1AFE-6AE5-3503-FB1BDC9B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0B949C-6B7D-6AF4-5966-07909403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F176C6-0D8E-79B9-A1B5-EFF122AE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175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2D381-F344-076C-1001-A84F05B4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9251D2-330A-DFB0-7DF3-A2FDE9791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13DF15-B38F-438F-C1AA-829DB1E66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97A3A0-B099-5692-5332-35B171EC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3EB867-C9A2-2AC0-BC11-B176D6D6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9BBE5B-430E-1B5A-FBE0-894AE71A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61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2DB69-6FC5-AB4F-5797-BBE85333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1B2BD7-2836-4FA0-9E5E-9E0C21C2D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894D46-AE55-78BC-13C5-DAAE82944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599ED1-B956-62FE-3122-D9ADA6BB1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4AAA82-C146-F54E-C7C7-5B3C85B0C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9F6690-2752-C540-E586-D8F5FF33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DAF56E-1E8F-F2A9-491E-769DEC4E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A3C045-C69D-3024-390E-95358ECD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112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23D47-20F7-77A0-B81A-5B262663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E2491D-87D7-D57B-92D6-BAC5F1D1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F82F94-1F41-1146-F294-816E7D6A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548122-9D24-D252-5FB5-3970A743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843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31EF1A-9555-E356-03B9-22F4A6B3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4F77DD-C67B-E80A-33A6-5588960F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909A00-DEE7-3E8C-D306-FE5FCA39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31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FDA30-9ECC-27D9-ADBA-1053415A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C8FF97-F26A-DA64-3A9A-10C9036CB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D747A1-6679-D2B7-524F-FB372844D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663D67-4EEA-811E-BACA-B32269DA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068D13-E62B-908F-D6FC-D98CEE3A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31B7A5-5657-397F-67E7-CFF52B8E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56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D7EBE-D1BF-29D9-02B1-F0D4A949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C86BC5-390B-3EB4-1F3B-E079BE371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21F2B1-D9BF-68A9-9CD0-B5288DDCE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FC7A25-32B0-7C4A-8321-54928624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5A42B9-2DC4-B97B-A073-F186280E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EE9FB6-0430-5FE7-713E-2B9FDA41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25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8EF0F-3F6B-FA68-680A-47BB8AFD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08FB52-24B4-5C68-174E-36530D8DA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2C2322-7C47-C887-62DE-F9C63B7E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D3866D-B1BC-7573-F70A-65E2E0F7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DEFE9A-E3CC-BE07-7B97-6CFCD2B9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5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A939B7-DCF5-C627-3E4B-D5635B554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B5FE99-6E9F-99C0-87F8-2C126BFB3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842013-C81F-EFCB-9A96-A2364914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56239-8BEB-698C-A8E3-4C8A079B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573B8C-8BA9-D298-72DA-CD169CD1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070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D90584-3243-4A8E-838C-DB43B4358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6EE40F-85BE-381B-0437-87BCA8E63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7B8E5C-93E8-65CC-C99E-E46E06268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1E119-8D05-44A2-98EB-58495E88885D}" type="datetimeFigureOut">
              <a:rPr lang="es-ES" smtClean="0"/>
              <a:t>07/04/2026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FD7A1F-0F5A-4DCB-DAC1-EDAA5B124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E65607-E5D0-EBF6-3C1F-5D64B784A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3F7DF-2664-4C90-A31A-83A3345A5E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977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13C74-810F-3249-7C9B-B2C0B9A0A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F527EB-207A-DF61-C835-1777267843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31502F-D322-E43C-0491-FBCA3FF5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7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E71A6-CEC9-51C1-1B3F-39CF5DE9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3496A-3340-033A-D20C-F3DE0D835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BF0381-3500-4ABD-DA89-5507D84B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585" y="0"/>
            <a:ext cx="372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38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C0EE1-4740-8630-CD73-F54E90B5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AC7B8E-F134-766F-59B2-86DB98406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BAAF8C-DE63-36DA-1546-AB01C1B8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26" y="0"/>
            <a:ext cx="3312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3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1E0F7-F4EB-1CA5-F928-CBCB4CB8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41321E-369B-BCFA-196B-1C55E66A9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204A2D-45F8-817B-AB17-755BE4EB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393" y="0"/>
            <a:ext cx="3445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1FD20-4E91-2451-97F1-7FC2D2A2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FBA5B3-6F6E-A8C4-2FDC-10998D45A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00C451-B950-B14B-1931-A723E3EA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097" y="0"/>
            <a:ext cx="32938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02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Sandulli</dc:creator>
  <cp:lastModifiedBy>Francesco Sandulli</cp:lastModifiedBy>
  <cp:revision>1</cp:revision>
  <dcterms:created xsi:type="dcterms:W3CDTF">2026-04-07T07:08:44Z</dcterms:created>
  <dcterms:modified xsi:type="dcterms:W3CDTF">2026-04-07T07:12:37Z</dcterms:modified>
</cp:coreProperties>
</file>