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60" r:id="rId3"/>
    <p:sldId id="559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3A157-5E7E-7ACF-6B63-5121D858C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49092E-7EEF-5EB4-7AA0-5C2804A84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876A3C-D59B-FED5-4B1F-0D23A0AB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C4214-84F4-79FB-A711-ABB31523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3FE375-5828-AABD-133A-84AE6239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0240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C2EF-0370-E817-69FF-BDE3A43E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73128A-44F0-E678-2B61-F4F146DF0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4C4633-DAF2-2027-DDCE-BF315427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6ED36-EA44-5D6F-80F9-4091FC33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1C17D-952B-ADF9-1C1E-DF218AAC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407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EAA0C-488F-0DDA-16CE-283F7ADD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9AA95B-06F2-8B96-F4B9-09783FD37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419DA8-3295-C5AD-6BAF-12A0813FF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131C93-6467-4EB9-C011-0D4CCE8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48F08-FDED-5B06-1580-9071A518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875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8F79B-9922-263C-B9E0-DC560F75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A953CE-B6C3-0B48-2DBE-4F4B200F4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489F98-7C89-99A0-D8EF-E8DB4CB2F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B8C5C4-62D7-2DA5-D183-80280AA0B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98ED32-90DF-44EC-226E-1E233A42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58CCF9-9A94-28CA-EBFC-4C821167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777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D645D-77C7-0BE6-94D9-F2C318846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B7CF1-906D-15C8-479C-F59476ED0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D8FF72-848C-B64E-8DE2-79522685B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629CBD-9647-D280-191E-FF03DBC18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1BE1AD-AF9D-6D01-50A2-2628E3F11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C1EBDB-61F6-EC7A-6780-88F8550C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67C1C6-2A3B-AA4A-DB98-579F5BB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564331-F4E7-EB17-C702-AA7F72B2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786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EE3B0-27B2-F815-7B0B-B58DDE57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3DAB-147E-B98F-7F52-94202CC2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5B6F1D-4D93-A135-FB7D-39A8022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0E5389-C21A-41D2-279F-26291E3F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16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A5E4CA-03E0-D12A-D1E7-DF3CE291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003FDA4-0117-F1FC-FE17-372A10992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881216-640D-A805-56C9-99098C1E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2855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D6025-FA33-184A-5E95-A999B61EB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B32EB4-C9CA-3623-FF30-785C50A5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BA8F96-441F-C36F-1FEA-35CFBD37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701EA1-FD1C-F7B6-E850-69FF7276D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5B4AF0-4844-87C7-ADC5-62218434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929FB0-00C0-87C9-FBCC-AD0BDAEB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896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3DED-829D-5ACE-4F29-ACDAAF43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4FFA78E-184F-4F63-AEAF-65FFFA01B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C68831-32F5-4354-4841-D6BDBFAC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462585-53B3-D4FD-357D-8A77A3277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CA800E-2B5C-C5F4-F8ED-6F94E337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EF873C-FEE2-F951-D045-85BF24B7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5927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C31DC-8627-DCFE-34FD-68A8ABE4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473D38-AF8E-B9A9-BD44-6E3475513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C292F7-72CD-CA02-4ABF-941A6636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F87FED-58B2-0424-F872-231E0058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D4FB9B-B105-92E0-3F1A-2EB43A45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68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D982C0-CBC1-6511-CC8B-CD3AE47FF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896231-FBA6-4354-F052-55AF6BB0D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2ABCDF-6828-63C2-F428-8056F432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423CA4-E5D6-F0A2-AC5D-9E1779D6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1FE763-8A09-31BE-6B37-AE2E4B63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65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211E532-A0B1-76A6-5CB4-D177A473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FAF82F-2B4F-4FD3-B79B-509DD3195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23118F-A742-C0BE-DC8D-B263B2669C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94578-0D77-45D1-A3D5-1910E8063FCE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4BB5B5-0857-52FC-368D-4B0322985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7FE7D5-58A7-DF71-F8B2-6B91B2130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67CA5-2927-4C26-98F5-A358968AF6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27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9BA7CCE-6C20-00E6-2FEC-80A8C6B0C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30438"/>
            <a:ext cx="9144000" cy="251666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Presentation Dates:</a:t>
            </a:r>
            <a:r>
              <a:rPr lang="en-US" dirty="0"/>
              <a:t> April 27–28 2026</a:t>
            </a:r>
            <a:br>
              <a:rPr lang="en-US" dirty="0"/>
            </a:br>
            <a:r>
              <a:rPr lang="en-US" b="1" dirty="0"/>
              <a:t>Group size:</a:t>
            </a:r>
            <a:r>
              <a:rPr lang="en-US" dirty="0"/>
              <a:t> 2–4 students</a:t>
            </a:r>
            <a:br>
              <a:rPr lang="en-US" dirty="0"/>
            </a:br>
            <a:r>
              <a:rPr lang="en-US" b="1" dirty="0"/>
              <a:t>Presentation duration PPTX:</a:t>
            </a:r>
            <a:r>
              <a:rPr lang="en-US" dirty="0"/>
              <a:t> Up to 10 minutes</a:t>
            </a:r>
          </a:p>
          <a:p>
            <a:endParaRPr lang="en-US" dirty="0"/>
          </a:p>
          <a:p>
            <a:r>
              <a:rPr lang="en-US" dirty="0"/>
              <a:t>In the context of global management and economic complexity, choose a cluster and explain the relationship between key concepts and internationalization.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Example : How to Internationalize Domestic Firms</a:t>
            </a:r>
          </a:p>
          <a:p>
            <a:endParaRPr lang="en-US" dirty="0"/>
          </a:p>
          <a:p>
            <a:endParaRPr lang="es-ES" dirty="0"/>
          </a:p>
        </p:txBody>
      </p:sp>
      <p:sp>
        <p:nvSpPr>
          <p:cNvPr id="7" name="Título 4">
            <a:extLst>
              <a:ext uri="{FF2B5EF4-FFF2-40B4-BE49-F238E27FC236}">
                <a16:creationId xmlns:a16="http://schemas.microsoft.com/office/drawing/2014/main" id="{0ED02E70-CF51-6D8B-8F8E-3F64213EDE2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/>
              <a:t>Internationalization</a:t>
            </a:r>
            <a:r>
              <a:rPr lang="es-ES" sz="3200" dirty="0"/>
              <a:t> Day</a:t>
            </a:r>
          </a:p>
        </p:txBody>
      </p:sp>
    </p:spTree>
    <p:extLst>
      <p:ext uri="{BB962C8B-B14F-4D97-AF65-F5344CB8AC3E}">
        <p14:creationId xmlns:p14="http://schemas.microsoft.com/office/powerpoint/2010/main" val="371608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868C5AF-679F-8965-DC2E-440387CA7381}"/>
              </a:ext>
            </a:extLst>
          </p:cNvPr>
          <p:cNvSpPr txBox="1"/>
          <p:nvPr/>
        </p:nvSpPr>
        <p:spPr>
          <a:xfrm>
            <a:off x="3047189" y="2117583"/>
            <a:ext cx="6094378" cy="2622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heat density map (next slide) illustrates the concentration of keywords in the literature on firm internationalization and economic complexity. Areas of higher density indicate concepts that frequently co-occur across articles, reflecting central topics and recurrent themes. For instance, terms such as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foreign direct investment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economic complexity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show high density, suggesting they are widely discussed and closely interconnected in the field.</a:t>
            </a:r>
            <a:endParaRPr lang="es-ES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22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6D19BBC-E979-A4FB-B985-F99846DBF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91" y="165370"/>
            <a:ext cx="11690211" cy="669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45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</Words>
  <Application>Microsoft Office PowerPoint</Application>
  <PresentationFormat>Panorámica</PresentationFormat>
  <Paragraphs>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Pr. Geoffrey Ditta</dc:creator>
  <cp:lastModifiedBy>Pr. Geoffrey Ditta</cp:lastModifiedBy>
  <cp:revision>3</cp:revision>
  <dcterms:created xsi:type="dcterms:W3CDTF">2026-04-20T07:38:16Z</dcterms:created>
  <dcterms:modified xsi:type="dcterms:W3CDTF">2026-04-20T07:41:21Z</dcterms:modified>
</cp:coreProperties>
</file>