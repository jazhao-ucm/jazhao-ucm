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Rhodium Libre"/>
      <p:regular r:id="rId15"/>
    </p:embeddedFont>
    <p:embeddedFont>
      <p:font typeface="Bricolage Grotesque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hodiumLibre-regular.fntdata"/><Relationship Id="rId14" Type="http://schemas.openxmlformats.org/officeDocument/2006/relationships/slide" Target="slides/slide9.xml"/><Relationship Id="rId17" Type="http://schemas.openxmlformats.org/officeDocument/2006/relationships/font" Target="fonts/BricolageGrotesque-bold.fntdata"/><Relationship Id="rId16" Type="http://schemas.openxmlformats.org/officeDocument/2006/relationships/font" Target="fonts/BricolageGrotesqu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81de70b0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can see his </a:t>
            </a:r>
            <a:r>
              <a:rPr lang="en-US"/>
              <a:t>future</a:t>
            </a:r>
            <a:r>
              <a:rPr lang="en-US"/>
              <a:t> interests represented in this article</a:t>
            </a:r>
            <a:endParaRPr/>
          </a:p>
        </p:txBody>
      </p:sp>
      <p:sp>
        <p:nvSpPr>
          <p:cNvPr id="328" name="Google Shape;328;g3d81de70b09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article was published in 2002, so there are parts of it that are a little outdated, but instead here i want to recap the big historic events and actors that he uses to illustrate his 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Algerian War: war fought between algeria and france for algerian independence from france from 1954-1962, during which time the treaty of rome was signed and the EEC was created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Suez Crisis: Britain/France/isreal invade egypt hoping to gain control of the suez canal, which Nassar (leader of egypt) had nationalized. the US and USSR </a:t>
            </a:r>
            <a:r>
              <a:rPr lang="en-US"/>
              <a:t>immediately</a:t>
            </a:r>
            <a:r>
              <a:rPr lang="en-US"/>
              <a:t> put on pressure to stop the </a:t>
            </a:r>
            <a:r>
              <a:rPr lang="en-US"/>
              <a:t>invasion</a:t>
            </a:r>
            <a:r>
              <a:rPr lang="en-US"/>
              <a:t> and were successful, proving the weakness of britain and france in comparison to the true global powers of the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Paul Henri Spaak: Prime minister of </a:t>
            </a:r>
            <a:r>
              <a:rPr lang="en-US"/>
              <a:t>belgium</a:t>
            </a:r>
            <a:r>
              <a:rPr lang="en-US"/>
              <a:t> from 47-49,one of the leaders most in favor of integration and very forthright about it being a political decision</a:t>
            </a:r>
            <a:endParaRPr/>
          </a:p>
        </p:txBody>
      </p:sp>
      <p:sp>
        <p:nvSpPr>
          <p:cNvPr id="341" name="Google Shape;3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d81de70b0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d81de70b09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d81de70b0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1: algerian war examples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2: suez canal as proof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3: gadalupe, cuenta and mililla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3: helped find common ground, some things that were put in as </a:t>
            </a:r>
            <a:r>
              <a:rPr lang="en-US"/>
              <a:t>safeguards</a:t>
            </a:r>
            <a:r>
              <a:rPr lang="en-US"/>
              <a:t> actually made the transition easier (favorable </a:t>
            </a:r>
            <a:r>
              <a:rPr lang="en-US"/>
              <a:t>tariff on goods imported from the colonies)</a:t>
            </a:r>
            <a:endParaRPr/>
          </a:p>
        </p:txBody>
      </p:sp>
      <p:sp>
        <p:nvSpPr>
          <p:cNvPr id="424" name="Google Shape;424;g3d81de70b09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bg>
      <p:bgPr>
        <a:solidFill>
          <a:srgbClr val="F3F2E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idx="1" type="subTitle"/>
          </p:nvPr>
        </p:nvSpPr>
        <p:spPr>
          <a:xfrm>
            <a:off x="1219550" y="8232775"/>
            <a:ext cx="9675600" cy="7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150"/>
              <a:buNone/>
              <a:defRPr sz="3150"/>
            </a:lvl1pPr>
            <a:lvl2pPr lvl="1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type="ctrTitle"/>
          </p:nvPr>
        </p:nvSpPr>
        <p:spPr>
          <a:xfrm>
            <a:off x="1219550" y="1203750"/>
            <a:ext cx="11350200" cy="6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2200"/>
              <a:buNone/>
              <a:defRPr sz="12200">
                <a:solidFill>
                  <a:srgbClr val="27272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3"/>
          <p:cNvSpPr/>
          <p:nvPr/>
        </p:nvSpPr>
        <p:spPr>
          <a:xfrm>
            <a:off x="17055825" y="-2775"/>
            <a:ext cx="1232372" cy="10290871"/>
          </a:xfrm>
          <a:custGeom>
            <a:rect b="b" l="l" r="r" t="t"/>
            <a:pathLst>
              <a:path extrusionOk="0" h="2896797" w="324522">
                <a:moveTo>
                  <a:pt x="0" y="0"/>
                </a:moveTo>
                <a:lnTo>
                  <a:pt x="324522" y="0"/>
                </a:lnTo>
                <a:lnTo>
                  <a:pt x="324522" y="2896797"/>
                </a:lnTo>
                <a:lnTo>
                  <a:pt x="0" y="2896797"/>
                </a:lnTo>
                <a:close/>
              </a:path>
            </a:pathLst>
          </a:custGeom>
          <a:solidFill>
            <a:srgbClr val="E8E69D"/>
          </a:solidFill>
          <a:ln>
            <a:noFill/>
          </a:ln>
        </p:spPr>
      </p:sp>
      <p:sp>
        <p:nvSpPr>
          <p:cNvPr id="13" name="Google Shape;13;p3"/>
          <p:cNvSpPr/>
          <p:nvPr/>
        </p:nvSpPr>
        <p:spPr>
          <a:xfrm>
            <a:off x="15823650" y="-2775"/>
            <a:ext cx="1232372" cy="10290871"/>
          </a:xfrm>
          <a:custGeom>
            <a:rect b="b" l="l" r="r" t="t"/>
            <a:pathLst>
              <a:path extrusionOk="0" h="2896797" w="324522">
                <a:moveTo>
                  <a:pt x="0" y="0"/>
                </a:moveTo>
                <a:lnTo>
                  <a:pt x="324522" y="0"/>
                </a:lnTo>
                <a:lnTo>
                  <a:pt x="324522" y="2896797"/>
                </a:lnTo>
                <a:lnTo>
                  <a:pt x="0" y="2896797"/>
                </a:lnTo>
                <a:close/>
              </a:path>
            </a:pathLst>
          </a:custGeom>
          <a:solidFill>
            <a:srgbClr val="699D7D"/>
          </a:solidFill>
          <a:ln>
            <a:noFill/>
          </a:ln>
        </p:spPr>
      </p:sp>
      <p:sp>
        <p:nvSpPr>
          <p:cNvPr id="14" name="Google Shape;14;p3"/>
          <p:cNvSpPr/>
          <p:nvPr/>
        </p:nvSpPr>
        <p:spPr>
          <a:xfrm>
            <a:off x="14591500" y="-2775"/>
            <a:ext cx="1232372" cy="10290871"/>
          </a:xfrm>
          <a:custGeom>
            <a:rect b="b" l="l" r="r" t="t"/>
            <a:pathLst>
              <a:path extrusionOk="0" h="2896797" w="324522">
                <a:moveTo>
                  <a:pt x="0" y="0"/>
                </a:moveTo>
                <a:lnTo>
                  <a:pt x="324522" y="0"/>
                </a:lnTo>
                <a:lnTo>
                  <a:pt x="324522" y="2896797"/>
                </a:lnTo>
                <a:lnTo>
                  <a:pt x="0" y="2896797"/>
                </a:lnTo>
                <a:close/>
              </a:path>
            </a:pathLst>
          </a:custGeom>
          <a:solidFill>
            <a:srgbClr val="BAC7E8"/>
          </a:solidFill>
          <a:ln>
            <a:noFill/>
          </a:ln>
        </p:spPr>
      </p:sp>
      <p:sp>
        <p:nvSpPr>
          <p:cNvPr id="15" name="Google Shape;15;p3"/>
          <p:cNvSpPr/>
          <p:nvPr/>
        </p:nvSpPr>
        <p:spPr>
          <a:xfrm>
            <a:off x="13359325" y="0"/>
            <a:ext cx="1232372" cy="10290871"/>
          </a:xfrm>
          <a:custGeom>
            <a:rect b="b" l="l" r="r" t="t"/>
            <a:pathLst>
              <a:path extrusionOk="0" h="2896797" w="324522">
                <a:moveTo>
                  <a:pt x="0" y="0"/>
                </a:moveTo>
                <a:lnTo>
                  <a:pt x="324522" y="0"/>
                </a:lnTo>
                <a:lnTo>
                  <a:pt x="324522" y="2896797"/>
                </a:lnTo>
                <a:lnTo>
                  <a:pt x="0" y="2896797"/>
                </a:lnTo>
                <a:close/>
              </a:path>
            </a:pathLst>
          </a:custGeom>
          <a:solidFill>
            <a:srgbClr val="EBC1A3"/>
          </a:solidFill>
          <a:ln>
            <a:noFill/>
          </a:ln>
        </p:spPr>
      </p:sp>
      <p:sp>
        <p:nvSpPr>
          <p:cNvPr id="16" name="Google Shape;16;p3"/>
          <p:cNvSpPr txBox="1"/>
          <p:nvPr>
            <p:ph idx="2" type="subTitle"/>
          </p:nvPr>
        </p:nvSpPr>
        <p:spPr>
          <a:xfrm rot="5400000">
            <a:off x="10480461" y="5942500"/>
            <a:ext cx="6735600" cy="7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3150"/>
              <a:buNone/>
              <a:defRPr b="1" sz="3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 rot="5400000">
            <a:off x="11712659" y="5942500"/>
            <a:ext cx="6735600" cy="7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3150"/>
              <a:buNone/>
              <a:defRPr b="1" sz="3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 rot="5400000">
            <a:off x="12945563" y="5942500"/>
            <a:ext cx="6735600" cy="7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3150"/>
              <a:buNone/>
              <a:defRPr b="1" sz="3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 rot="5400000">
            <a:off x="14211804" y="5942500"/>
            <a:ext cx="6735600" cy="7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3150"/>
              <a:buNone/>
              <a:defRPr b="1" sz="3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bg>
      <p:bgPr>
        <a:solidFill>
          <a:srgbClr val="EBC1A3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318825" y="1747846"/>
            <a:ext cx="119562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50"/>
              <a:buNone/>
              <a:defRPr sz="625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/>
        </p:nvSpPr>
        <p:spPr>
          <a:xfrm>
            <a:off x="923925" y="1179915"/>
            <a:ext cx="23949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11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01</a:t>
            </a:r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923925" y="3279057"/>
            <a:ext cx="24042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11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02</a:t>
            </a:r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923925" y="5378200"/>
            <a:ext cx="24042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11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03</a:t>
            </a:r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923925" y="7477343"/>
            <a:ext cx="24042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11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04</a:t>
            </a:r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923925" y="3266397"/>
            <a:ext cx="13309500" cy="0"/>
          </a:xfrm>
          <a:prstGeom prst="straightConnector1">
            <a:avLst/>
          </a:prstGeom>
          <a:noFill/>
          <a:ln cap="flat" cmpd="sng" w="47625">
            <a:solidFill>
              <a:srgbClr val="272727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" name="Google Shape;27;p4"/>
          <p:cNvCxnSpPr/>
          <p:nvPr/>
        </p:nvCxnSpPr>
        <p:spPr>
          <a:xfrm>
            <a:off x="923925" y="5457390"/>
            <a:ext cx="13309500" cy="0"/>
          </a:xfrm>
          <a:prstGeom prst="straightConnector1">
            <a:avLst/>
          </a:prstGeom>
          <a:noFill/>
          <a:ln cap="flat" cmpd="sng" w="47625">
            <a:solidFill>
              <a:srgbClr val="272727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" name="Google Shape;28;p4"/>
          <p:cNvCxnSpPr/>
          <p:nvPr/>
        </p:nvCxnSpPr>
        <p:spPr>
          <a:xfrm>
            <a:off x="923925" y="7701325"/>
            <a:ext cx="13309500" cy="0"/>
          </a:xfrm>
          <a:prstGeom prst="straightConnector1">
            <a:avLst/>
          </a:prstGeom>
          <a:noFill/>
          <a:ln cap="flat" cmpd="sng" w="47625">
            <a:solidFill>
              <a:srgbClr val="27272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" name="Google Shape;29;p4"/>
          <p:cNvSpPr txBox="1"/>
          <p:nvPr>
            <p:ph idx="2" type="title"/>
          </p:nvPr>
        </p:nvSpPr>
        <p:spPr>
          <a:xfrm>
            <a:off x="3318825" y="3844005"/>
            <a:ext cx="119562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50"/>
              <a:buNone/>
              <a:defRPr sz="625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3" type="title"/>
          </p:nvPr>
        </p:nvSpPr>
        <p:spPr>
          <a:xfrm>
            <a:off x="3318825" y="6075895"/>
            <a:ext cx="119562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50"/>
              <a:buNone/>
              <a:defRPr sz="625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4" type="title"/>
          </p:nvPr>
        </p:nvSpPr>
        <p:spPr>
          <a:xfrm>
            <a:off x="3318825" y="8119221"/>
            <a:ext cx="119562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50"/>
              <a:buNone/>
              <a:defRPr sz="625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5" type="ctrTitle"/>
          </p:nvPr>
        </p:nvSpPr>
        <p:spPr>
          <a:xfrm rot="5400000">
            <a:off x="11858675" y="4292525"/>
            <a:ext cx="9258000" cy="28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9650"/>
              <a:buNone/>
              <a:defRPr sz="9650">
                <a:solidFill>
                  <a:srgbClr val="272727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50"/>
              <a:buNone/>
              <a:defRPr sz="965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50"/>
              <a:buNone/>
              <a:defRPr sz="965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50"/>
              <a:buNone/>
              <a:defRPr sz="965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50"/>
              <a:buNone/>
              <a:defRPr sz="965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50"/>
              <a:buNone/>
              <a:defRPr sz="965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50"/>
              <a:buNone/>
              <a:defRPr sz="965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50"/>
              <a:buNone/>
              <a:defRPr sz="965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50"/>
              <a:buNone/>
              <a:defRPr sz="9650"/>
            </a:lvl9pPr>
          </a:lstStyle>
          <a:p/>
        </p:txBody>
      </p:sp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110155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6" type="subTitle"/>
          </p:nvPr>
        </p:nvSpPr>
        <p:spPr>
          <a:xfrm>
            <a:off x="1250040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7" type="subTitle"/>
          </p:nvPr>
        </p:nvSpPr>
        <p:spPr>
          <a:xfrm>
            <a:off x="6800975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bg>
      <p:bgPr>
        <a:solidFill>
          <a:srgbClr val="BAC7E8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title"/>
          </p:nvPr>
        </p:nvSpPr>
        <p:spPr>
          <a:xfrm>
            <a:off x="-23216829" y="7782925"/>
            <a:ext cx="30368400" cy="215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9pPr>
          </a:lstStyle>
          <a:p/>
        </p:txBody>
      </p:sp>
      <p:sp>
        <p:nvSpPr>
          <p:cNvPr id="38" name="Google Shape;38;p5"/>
          <p:cNvSpPr txBox="1"/>
          <p:nvPr>
            <p:ph idx="2" type="title"/>
          </p:nvPr>
        </p:nvSpPr>
        <p:spPr>
          <a:xfrm>
            <a:off x="5460250" y="894075"/>
            <a:ext cx="30368400" cy="215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1pPr>
            <a:lvl2pPr lvl="1" rtl="0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2pPr>
            <a:lvl3pPr lvl="2" rtl="0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3pPr>
            <a:lvl4pPr lvl="3" rtl="0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4pPr>
            <a:lvl5pPr lvl="4" rtl="0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5pPr>
            <a:lvl6pPr lvl="5" rtl="0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6pPr>
            <a:lvl7pPr lvl="6" rtl="0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7pPr>
            <a:lvl8pPr lvl="7" rtl="0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8pPr>
            <a:lvl9pPr lvl="8" rtl="0">
              <a:spcBef>
                <a:spcPts val="0"/>
              </a:spcBef>
              <a:spcAft>
                <a:spcPts val="0"/>
              </a:spcAft>
              <a:buSzPts val="16650"/>
              <a:buNone/>
              <a:defRPr sz="16650"/>
            </a:lvl9pPr>
          </a:lstStyle>
          <a:p/>
        </p:txBody>
      </p:sp>
      <p:grpSp>
        <p:nvGrpSpPr>
          <p:cNvPr id="39" name="Google Shape;39;p5"/>
          <p:cNvGrpSpPr/>
          <p:nvPr/>
        </p:nvGrpSpPr>
        <p:grpSpPr>
          <a:xfrm>
            <a:off x="6741343" y="3141948"/>
            <a:ext cx="4805736" cy="4603358"/>
            <a:chOff x="0" y="-47625"/>
            <a:chExt cx="1265700" cy="1212399"/>
          </a:xfrm>
        </p:grpSpPr>
        <p:sp>
          <p:nvSpPr>
            <p:cNvPr id="40" name="Google Shape;40;p5"/>
            <p:cNvSpPr/>
            <p:nvPr/>
          </p:nvSpPr>
          <p:spPr>
            <a:xfrm>
              <a:off x="0" y="0"/>
              <a:ext cx="1265597" cy="1164774"/>
            </a:xfrm>
            <a:custGeom>
              <a:rect b="b" l="l" r="r" t="t"/>
              <a:pathLst>
                <a:path extrusionOk="0" h="1164774" w="1265597">
                  <a:moveTo>
                    <a:pt x="82167" y="0"/>
                  </a:moveTo>
                  <a:lnTo>
                    <a:pt x="1183430" y="0"/>
                  </a:lnTo>
                  <a:cubicBezTo>
                    <a:pt x="1228809" y="0"/>
                    <a:pt x="1265597" y="36787"/>
                    <a:pt x="1265597" y="82167"/>
                  </a:cubicBezTo>
                  <a:lnTo>
                    <a:pt x="1265597" y="1082607"/>
                  </a:lnTo>
                  <a:cubicBezTo>
                    <a:pt x="1265597" y="1104399"/>
                    <a:pt x="1256940" y="1125298"/>
                    <a:pt x="1241531" y="1140708"/>
                  </a:cubicBezTo>
                  <a:cubicBezTo>
                    <a:pt x="1226121" y="1156117"/>
                    <a:pt x="1205222" y="1164774"/>
                    <a:pt x="1183430" y="1164774"/>
                  </a:cubicBezTo>
                  <a:lnTo>
                    <a:pt x="82167" y="1164774"/>
                  </a:lnTo>
                  <a:cubicBezTo>
                    <a:pt x="60375" y="1164774"/>
                    <a:pt x="39475" y="1156117"/>
                    <a:pt x="24066" y="1140708"/>
                  </a:cubicBezTo>
                  <a:cubicBezTo>
                    <a:pt x="8657" y="1125298"/>
                    <a:pt x="0" y="1104399"/>
                    <a:pt x="0" y="1082607"/>
                  </a:cubicBezTo>
                  <a:lnTo>
                    <a:pt x="0" y="82167"/>
                  </a:lnTo>
                  <a:cubicBezTo>
                    <a:pt x="0" y="60375"/>
                    <a:pt x="8657" y="39475"/>
                    <a:pt x="24066" y="24066"/>
                  </a:cubicBezTo>
                  <a:cubicBezTo>
                    <a:pt x="39475" y="8657"/>
                    <a:pt x="60375" y="0"/>
                    <a:pt x="82167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5"/>
            <p:cNvSpPr txBox="1"/>
            <p:nvPr/>
          </p:nvSpPr>
          <p:spPr>
            <a:xfrm>
              <a:off x="0" y="-47625"/>
              <a:ext cx="1265700" cy="12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" name="Google Shape;42;p5"/>
          <p:cNvSpPr txBox="1"/>
          <p:nvPr/>
        </p:nvSpPr>
        <p:spPr>
          <a:xfrm>
            <a:off x="8871175" y="8843725"/>
            <a:ext cx="864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Brief overview of your company's history, mission, and vision.</a:t>
            </a:r>
            <a:endParaRPr/>
          </a:p>
        </p:txBody>
      </p:sp>
      <p:grpSp>
        <p:nvGrpSpPr>
          <p:cNvPr id="43" name="Google Shape;43;p5"/>
          <p:cNvGrpSpPr/>
          <p:nvPr/>
        </p:nvGrpSpPr>
        <p:grpSpPr>
          <a:xfrm>
            <a:off x="1340649" y="3141948"/>
            <a:ext cx="4805736" cy="4603358"/>
            <a:chOff x="0" y="-47625"/>
            <a:chExt cx="1265700" cy="1212399"/>
          </a:xfrm>
        </p:grpSpPr>
        <p:sp>
          <p:nvSpPr>
            <p:cNvPr id="44" name="Google Shape;44;p5"/>
            <p:cNvSpPr/>
            <p:nvPr/>
          </p:nvSpPr>
          <p:spPr>
            <a:xfrm>
              <a:off x="0" y="0"/>
              <a:ext cx="1265597" cy="1164774"/>
            </a:xfrm>
            <a:custGeom>
              <a:rect b="b" l="l" r="r" t="t"/>
              <a:pathLst>
                <a:path extrusionOk="0" h="1164774" w="1265597">
                  <a:moveTo>
                    <a:pt x="82167" y="0"/>
                  </a:moveTo>
                  <a:lnTo>
                    <a:pt x="1183430" y="0"/>
                  </a:lnTo>
                  <a:cubicBezTo>
                    <a:pt x="1228809" y="0"/>
                    <a:pt x="1265597" y="36787"/>
                    <a:pt x="1265597" y="82167"/>
                  </a:cubicBezTo>
                  <a:lnTo>
                    <a:pt x="1265597" y="1082607"/>
                  </a:lnTo>
                  <a:cubicBezTo>
                    <a:pt x="1265597" y="1104399"/>
                    <a:pt x="1256940" y="1125298"/>
                    <a:pt x="1241531" y="1140708"/>
                  </a:cubicBezTo>
                  <a:cubicBezTo>
                    <a:pt x="1226121" y="1156117"/>
                    <a:pt x="1205222" y="1164774"/>
                    <a:pt x="1183430" y="1164774"/>
                  </a:cubicBezTo>
                  <a:lnTo>
                    <a:pt x="82167" y="1164774"/>
                  </a:lnTo>
                  <a:cubicBezTo>
                    <a:pt x="60375" y="1164774"/>
                    <a:pt x="39475" y="1156117"/>
                    <a:pt x="24066" y="1140708"/>
                  </a:cubicBezTo>
                  <a:cubicBezTo>
                    <a:pt x="8657" y="1125298"/>
                    <a:pt x="0" y="1104399"/>
                    <a:pt x="0" y="1082607"/>
                  </a:cubicBezTo>
                  <a:lnTo>
                    <a:pt x="0" y="82167"/>
                  </a:lnTo>
                  <a:cubicBezTo>
                    <a:pt x="0" y="60375"/>
                    <a:pt x="8657" y="39475"/>
                    <a:pt x="24066" y="24066"/>
                  </a:cubicBezTo>
                  <a:cubicBezTo>
                    <a:pt x="39475" y="8657"/>
                    <a:pt x="60375" y="0"/>
                    <a:pt x="82167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5"/>
            <p:cNvSpPr txBox="1"/>
            <p:nvPr/>
          </p:nvSpPr>
          <p:spPr>
            <a:xfrm>
              <a:off x="0" y="-47625"/>
              <a:ext cx="1265700" cy="12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" name="Google Shape;46;p5"/>
          <p:cNvGrpSpPr/>
          <p:nvPr/>
        </p:nvGrpSpPr>
        <p:grpSpPr>
          <a:xfrm>
            <a:off x="-4064740" y="3141948"/>
            <a:ext cx="4805736" cy="4603358"/>
            <a:chOff x="0" y="-47625"/>
            <a:chExt cx="1265700" cy="1212399"/>
          </a:xfrm>
        </p:grpSpPr>
        <p:sp>
          <p:nvSpPr>
            <p:cNvPr id="47" name="Google Shape;47;p5"/>
            <p:cNvSpPr/>
            <p:nvPr/>
          </p:nvSpPr>
          <p:spPr>
            <a:xfrm>
              <a:off x="0" y="0"/>
              <a:ext cx="1265597" cy="1164774"/>
            </a:xfrm>
            <a:custGeom>
              <a:rect b="b" l="l" r="r" t="t"/>
              <a:pathLst>
                <a:path extrusionOk="0" h="1164774" w="1265597">
                  <a:moveTo>
                    <a:pt x="82167" y="0"/>
                  </a:moveTo>
                  <a:lnTo>
                    <a:pt x="1183430" y="0"/>
                  </a:lnTo>
                  <a:cubicBezTo>
                    <a:pt x="1228809" y="0"/>
                    <a:pt x="1265597" y="36787"/>
                    <a:pt x="1265597" y="82167"/>
                  </a:cubicBezTo>
                  <a:lnTo>
                    <a:pt x="1265597" y="1082607"/>
                  </a:lnTo>
                  <a:cubicBezTo>
                    <a:pt x="1265597" y="1104399"/>
                    <a:pt x="1256940" y="1125298"/>
                    <a:pt x="1241531" y="1140708"/>
                  </a:cubicBezTo>
                  <a:cubicBezTo>
                    <a:pt x="1226121" y="1156117"/>
                    <a:pt x="1205222" y="1164774"/>
                    <a:pt x="1183430" y="1164774"/>
                  </a:cubicBezTo>
                  <a:lnTo>
                    <a:pt x="82167" y="1164774"/>
                  </a:lnTo>
                  <a:cubicBezTo>
                    <a:pt x="60375" y="1164774"/>
                    <a:pt x="39475" y="1156117"/>
                    <a:pt x="24066" y="1140708"/>
                  </a:cubicBezTo>
                  <a:cubicBezTo>
                    <a:pt x="8657" y="1125298"/>
                    <a:pt x="0" y="1104399"/>
                    <a:pt x="0" y="1082607"/>
                  </a:cubicBezTo>
                  <a:lnTo>
                    <a:pt x="0" y="82167"/>
                  </a:lnTo>
                  <a:cubicBezTo>
                    <a:pt x="0" y="60375"/>
                    <a:pt x="8657" y="39475"/>
                    <a:pt x="24066" y="24066"/>
                  </a:cubicBezTo>
                  <a:cubicBezTo>
                    <a:pt x="39475" y="8657"/>
                    <a:pt x="60375" y="0"/>
                    <a:pt x="82167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5"/>
            <p:cNvSpPr txBox="1"/>
            <p:nvPr/>
          </p:nvSpPr>
          <p:spPr>
            <a:xfrm>
              <a:off x="0" y="-47625"/>
              <a:ext cx="1265700" cy="12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" name="Google Shape;49;p5"/>
          <p:cNvGrpSpPr/>
          <p:nvPr/>
        </p:nvGrpSpPr>
        <p:grpSpPr>
          <a:xfrm>
            <a:off x="17552120" y="3141948"/>
            <a:ext cx="4805736" cy="4603358"/>
            <a:chOff x="0" y="-47625"/>
            <a:chExt cx="1265700" cy="1212399"/>
          </a:xfrm>
        </p:grpSpPr>
        <p:sp>
          <p:nvSpPr>
            <p:cNvPr id="50" name="Google Shape;50;p5"/>
            <p:cNvSpPr/>
            <p:nvPr/>
          </p:nvSpPr>
          <p:spPr>
            <a:xfrm>
              <a:off x="0" y="0"/>
              <a:ext cx="1265597" cy="1164774"/>
            </a:xfrm>
            <a:custGeom>
              <a:rect b="b" l="l" r="r" t="t"/>
              <a:pathLst>
                <a:path extrusionOk="0" h="1164774" w="1265597">
                  <a:moveTo>
                    <a:pt x="82167" y="0"/>
                  </a:moveTo>
                  <a:lnTo>
                    <a:pt x="1183430" y="0"/>
                  </a:lnTo>
                  <a:cubicBezTo>
                    <a:pt x="1228809" y="0"/>
                    <a:pt x="1265597" y="36787"/>
                    <a:pt x="1265597" y="82167"/>
                  </a:cubicBezTo>
                  <a:lnTo>
                    <a:pt x="1265597" y="1082607"/>
                  </a:lnTo>
                  <a:cubicBezTo>
                    <a:pt x="1265597" y="1104399"/>
                    <a:pt x="1256940" y="1125298"/>
                    <a:pt x="1241531" y="1140708"/>
                  </a:cubicBezTo>
                  <a:cubicBezTo>
                    <a:pt x="1226121" y="1156117"/>
                    <a:pt x="1205222" y="1164774"/>
                    <a:pt x="1183430" y="1164774"/>
                  </a:cubicBezTo>
                  <a:lnTo>
                    <a:pt x="82167" y="1164774"/>
                  </a:lnTo>
                  <a:cubicBezTo>
                    <a:pt x="60375" y="1164774"/>
                    <a:pt x="39475" y="1156117"/>
                    <a:pt x="24066" y="1140708"/>
                  </a:cubicBezTo>
                  <a:cubicBezTo>
                    <a:pt x="8657" y="1125298"/>
                    <a:pt x="0" y="1104399"/>
                    <a:pt x="0" y="1082607"/>
                  </a:cubicBezTo>
                  <a:lnTo>
                    <a:pt x="0" y="82167"/>
                  </a:lnTo>
                  <a:cubicBezTo>
                    <a:pt x="0" y="60375"/>
                    <a:pt x="8657" y="39475"/>
                    <a:pt x="24066" y="24066"/>
                  </a:cubicBezTo>
                  <a:cubicBezTo>
                    <a:pt x="39475" y="8657"/>
                    <a:pt x="60375" y="0"/>
                    <a:pt x="82167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 txBox="1"/>
            <p:nvPr/>
          </p:nvSpPr>
          <p:spPr>
            <a:xfrm>
              <a:off x="0" y="-47625"/>
              <a:ext cx="1265700" cy="12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" name="Google Shape;52;p5"/>
          <p:cNvSpPr/>
          <p:nvPr/>
        </p:nvSpPr>
        <p:spPr>
          <a:xfrm>
            <a:off x="2861313" y="4370650"/>
            <a:ext cx="1763984" cy="1763984"/>
          </a:xfrm>
          <a:custGeom>
            <a:rect b="b" l="l" r="r" t="t"/>
            <a:pathLst>
              <a:path extrusionOk="0" h="1763984" w="1763984">
                <a:moveTo>
                  <a:pt x="0" y="0"/>
                </a:moveTo>
                <a:lnTo>
                  <a:pt x="1763984" y="0"/>
                </a:lnTo>
                <a:lnTo>
                  <a:pt x="1763984" y="1763984"/>
                </a:lnTo>
                <a:lnTo>
                  <a:pt x="0" y="17639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3" name="Google Shape;53;p5"/>
          <p:cNvGrpSpPr/>
          <p:nvPr/>
        </p:nvGrpSpPr>
        <p:grpSpPr>
          <a:xfrm>
            <a:off x="12146732" y="3141948"/>
            <a:ext cx="4805736" cy="4603358"/>
            <a:chOff x="0" y="-47625"/>
            <a:chExt cx="1265700" cy="1212399"/>
          </a:xfrm>
        </p:grpSpPr>
        <p:sp>
          <p:nvSpPr>
            <p:cNvPr id="54" name="Google Shape;54;p5"/>
            <p:cNvSpPr/>
            <p:nvPr/>
          </p:nvSpPr>
          <p:spPr>
            <a:xfrm>
              <a:off x="0" y="0"/>
              <a:ext cx="1265597" cy="1164774"/>
            </a:xfrm>
            <a:custGeom>
              <a:rect b="b" l="l" r="r" t="t"/>
              <a:pathLst>
                <a:path extrusionOk="0" h="1164774" w="1265597">
                  <a:moveTo>
                    <a:pt x="82167" y="0"/>
                  </a:moveTo>
                  <a:lnTo>
                    <a:pt x="1183430" y="0"/>
                  </a:lnTo>
                  <a:cubicBezTo>
                    <a:pt x="1228809" y="0"/>
                    <a:pt x="1265597" y="36787"/>
                    <a:pt x="1265597" y="82167"/>
                  </a:cubicBezTo>
                  <a:lnTo>
                    <a:pt x="1265597" y="1082607"/>
                  </a:lnTo>
                  <a:cubicBezTo>
                    <a:pt x="1265597" y="1104399"/>
                    <a:pt x="1256940" y="1125298"/>
                    <a:pt x="1241531" y="1140708"/>
                  </a:cubicBezTo>
                  <a:cubicBezTo>
                    <a:pt x="1226121" y="1156117"/>
                    <a:pt x="1205222" y="1164774"/>
                    <a:pt x="1183430" y="1164774"/>
                  </a:cubicBezTo>
                  <a:lnTo>
                    <a:pt x="82167" y="1164774"/>
                  </a:lnTo>
                  <a:cubicBezTo>
                    <a:pt x="60375" y="1164774"/>
                    <a:pt x="39475" y="1156117"/>
                    <a:pt x="24066" y="1140708"/>
                  </a:cubicBezTo>
                  <a:cubicBezTo>
                    <a:pt x="8657" y="1125298"/>
                    <a:pt x="0" y="1104399"/>
                    <a:pt x="0" y="1082607"/>
                  </a:cubicBezTo>
                  <a:lnTo>
                    <a:pt x="0" y="82167"/>
                  </a:lnTo>
                  <a:cubicBezTo>
                    <a:pt x="0" y="60375"/>
                    <a:pt x="8657" y="39475"/>
                    <a:pt x="24066" y="24066"/>
                  </a:cubicBezTo>
                  <a:cubicBezTo>
                    <a:pt x="39475" y="8657"/>
                    <a:pt x="60375" y="0"/>
                    <a:pt x="82167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5"/>
            <p:cNvSpPr txBox="1"/>
            <p:nvPr/>
          </p:nvSpPr>
          <p:spPr>
            <a:xfrm>
              <a:off x="0" y="-47625"/>
              <a:ext cx="1265700" cy="12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6" name="Google Shape;56;p5"/>
          <p:cNvCxnSpPr/>
          <p:nvPr/>
        </p:nvCxnSpPr>
        <p:spPr>
          <a:xfrm>
            <a:off x="-8316885" y="2087591"/>
            <a:ext cx="12942300" cy="0"/>
          </a:xfrm>
          <a:prstGeom prst="straightConnector1">
            <a:avLst/>
          </a:prstGeom>
          <a:noFill/>
          <a:ln cap="flat" cmpd="sng" w="47625">
            <a:solidFill>
              <a:srgbClr val="272727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id="57" name="Google Shape;5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1350" y="4350397"/>
            <a:ext cx="2067800" cy="192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40287" y="4375300"/>
            <a:ext cx="2218251" cy="21555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 txBox="1"/>
          <p:nvPr>
            <p:ph idx="1" type="subTitle"/>
          </p:nvPr>
        </p:nvSpPr>
        <p:spPr>
          <a:xfrm>
            <a:off x="110155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3" type="subTitle"/>
          </p:nvPr>
        </p:nvSpPr>
        <p:spPr>
          <a:xfrm>
            <a:off x="1250040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4" type="subTitle"/>
          </p:nvPr>
        </p:nvSpPr>
        <p:spPr>
          <a:xfrm>
            <a:off x="6800975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5" type="body"/>
          </p:nvPr>
        </p:nvSpPr>
        <p:spPr>
          <a:xfrm>
            <a:off x="6984888" y="6592117"/>
            <a:ext cx="43230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indent="-368300" lvl="1" marL="9144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–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indent="-368300" lvl="2" marL="13716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indent="-368300" lvl="3" marL="18288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–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indent="-368300" lvl="4" marL="22860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»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indent="-368300" lvl="5" marL="27432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indent="-368300" lvl="6" marL="32004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indent="-368300" lvl="7" marL="36576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indent="-368300" lvl="8" marL="41148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6" type="body"/>
          </p:nvPr>
        </p:nvSpPr>
        <p:spPr>
          <a:xfrm>
            <a:off x="1579663" y="6592117"/>
            <a:ext cx="43230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indent="-368300" lvl="1" marL="9144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–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indent="-368300" lvl="2" marL="13716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indent="-368300" lvl="3" marL="18288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–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indent="-368300" lvl="4" marL="22860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»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indent="-368300" lvl="5" marL="27432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indent="-368300" lvl="6" marL="32004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indent="-368300" lvl="7" marL="36576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indent="-368300" lvl="8" marL="41148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7" type="body"/>
          </p:nvPr>
        </p:nvSpPr>
        <p:spPr>
          <a:xfrm>
            <a:off x="12388088" y="6592117"/>
            <a:ext cx="43230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indent="-368300" lvl="1" marL="9144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–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indent="-368300" lvl="2" marL="13716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indent="-368300" lvl="3" marL="18288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–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indent="-368300" lvl="4" marL="22860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»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indent="-368300" lvl="5" marL="27432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indent="-368300" lvl="6" marL="32004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indent="-368300" lvl="7" marL="36576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indent="-368300" lvl="8" marL="41148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65" name="Google Shape;65;p5"/>
          <p:cNvSpPr txBox="1"/>
          <p:nvPr>
            <p:ph idx="8" type="subTitle"/>
          </p:nvPr>
        </p:nvSpPr>
        <p:spPr>
          <a:xfrm>
            <a:off x="1398175" y="3627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200"/>
              <a:buNone/>
              <a:defRPr b="1" sz="220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9" type="subTitle"/>
          </p:nvPr>
        </p:nvSpPr>
        <p:spPr>
          <a:xfrm>
            <a:off x="6803550" y="3627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200"/>
              <a:buNone/>
              <a:defRPr b="1" sz="220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3" type="subTitle"/>
          </p:nvPr>
        </p:nvSpPr>
        <p:spPr>
          <a:xfrm>
            <a:off x="12206600" y="3627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200"/>
              <a:buNone/>
              <a:defRPr b="1" sz="220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bg>
      <p:bgPr>
        <a:solidFill>
          <a:srgbClr val="699D7D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>
            <p:ph idx="1" type="body"/>
          </p:nvPr>
        </p:nvSpPr>
        <p:spPr>
          <a:xfrm>
            <a:off x="8466925" y="8664520"/>
            <a:ext cx="871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indent="-368300" lvl="1" marL="9144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–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indent="-368300" lvl="2" marL="13716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indent="-368300" lvl="3" marL="18288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–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indent="-368300" lvl="4" marL="22860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»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indent="-368300" lvl="5" marL="27432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indent="-368300" lvl="6" marL="32004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indent="-368300" lvl="7" marL="36576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indent="-368300" lvl="8" marL="41148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00"/>
              <a:buFont typeface="Bricolage Grotesque"/>
              <a:buChar char="•"/>
              <a:defRPr i="0" sz="22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type="ctrTitle"/>
          </p:nvPr>
        </p:nvSpPr>
        <p:spPr>
          <a:xfrm>
            <a:off x="10900828" y="1816325"/>
            <a:ext cx="6765300" cy="6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3850"/>
              <a:buNone/>
              <a:defRPr sz="13850">
                <a:solidFill>
                  <a:srgbClr val="272727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3850"/>
              <a:buNone/>
              <a:defRPr sz="1385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3850"/>
              <a:buNone/>
              <a:defRPr sz="1385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3850"/>
              <a:buNone/>
              <a:defRPr sz="1385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3850"/>
              <a:buNone/>
              <a:defRPr sz="1385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3850"/>
              <a:buNone/>
              <a:defRPr sz="1385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3850"/>
              <a:buNone/>
              <a:defRPr sz="1385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3850"/>
              <a:buNone/>
              <a:defRPr sz="1385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3850"/>
              <a:buNone/>
              <a:defRPr sz="13850"/>
            </a:lvl9pPr>
          </a:lstStyle>
          <a:p/>
        </p:txBody>
      </p:sp>
      <p:grpSp>
        <p:nvGrpSpPr>
          <p:cNvPr id="71" name="Google Shape;71;p6"/>
          <p:cNvGrpSpPr/>
          <p:nvPr/>
        </p:nvGrpSpPr>
        <p:grpSpPr>
          <a:xfrm>
            <a:off x="-756697" y="1642935"/>
            <a:ext cx="8399681" cy="1702910"/>
            <a:chOff x="0" y="-47625"/>
            <a:chExt cx="2212247" cy="448500"/>
          </a:xfrm>
        </p:grpSpPr>
        <p:sp>
          <p:nvSpPr>
            <p:cNvPr id="72" name="Google Shape;72;p6"/>
            <p:cNvSpPr/>
            <p:nvPr/>
          </p:nvSpPr>
          <p:spPr>
            <a:xfrm>
              <a:off x="0" y="0"/>
              <a:ext cx="2212247" cy="400811"/>
            </a:xfrm>
            <a:custGeom>
              <a:rect b="b" l="l" r="r" t="t"/>
              <a:pathLst>
                <a:path extrusionOk="0" h="400811" w="2212247">
                  <a:moveTo>
                    <a:pt x="36868" y="0"/>
                  </a:moveTo>
                  <a:lnTo>
                    <a:pt x="2175379" y="0"/>
                  </a:lnTo>
                  <a:cubicBezTo>
                    <a:pt x="2185157" y="0"/>
                    <a:pt x="2194534" y="3884"/>
                    <a:pt x="2201449" y="10798"/>
                  </a:cubicBezTo>
                  <a:cubicBezTo>
                    <a:pt x="2208363" y="17712"/>
                    <a:pt x="2212247" y="27090"/>
                    <a:pt x="2212247" y="36868"/>
                  </a:cubicBezTo>
                  <a:lnTo>
                    <a:pt x="2212247" y="363943"/>
                  </a:lnTo>
                  <a:cubicBezTo>
                    <a:pt x="2212247" y="373721"/>
                    <a:pt x="2208363" y="383098"/>
                    <a:pt x="2201449" y="390012"/>
                  </a:cubicBezTo>
                  <a:cubicBezTo>
                    <a:pt x="2194534" y="396926"/>
                    <a:pt x="2185157" y="400811"/>
                    <a:pt x="2175379" y="400811"/>
                  </a:cubicBezTo>
                  <a:lnTo>
                    <a:pt x="36868" y="400811"/>
                  </a:lnTo>
                  <a:cubicBezTo>
                    <a:pt x="27090" y="400811"/>
                    <a:pt x="17712" y="396926"/>
                    <a:pt x="10798" y="390012"/>
                  </a:cubicBezTo>
                  <a:cubicBezTo>
                    <a:pt x="3884" y="383098"/>
                    <a:pt x="0" y="373721"/>
                    <a:pt x="0" y="363943"/>
                  </a:cubicBezTo>
                  <a:lnTo>
                    <a:pt x="0" y="36868"/>
                  </a:lnTo>
                  <a:cubicBezTo>
                    <a:pt x="0" y="27090"/>
                    <a:pt x="3884" y="17712"/>
                    <a:pt x="10798" y="10798"/>
                  </a:cubicBezTo>
                  <a:cubicBezTo>
                    <a:pt x="17712" y="3884"/>
                    <a:pt x="27090" y="0"/>
                    <a:pt x="36868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6"/>
            <p:cNvSpPr txBox="1"/>
            <p:nvPr/>
          </p:nvSpPr>
          <p:spPr>
            <a:xfrm>
              <a:off x="0" y="-47625"/>
              <a:ext cx="2212200" cy="4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74;p6"/>
          <p:cNvGrpSpPr/>
          <p:nvPr/>
        </p:nvGrpSpPr>
        <p:grpSpPr>
          <a:xfrm>
            <a:off x="-756697" y="3698054"/>
            <a:ext cx="11261241" cy="1702910"/>
            <a:chOff x="0" y="-47625"/>
            <a:chExt cx="2965904" cy="448500"/>
          </a:xfrm>
        </p:grpSpPr>
        <p:sp>
          <p:nvSpPr>
            <p:cNvPr id="75" name="Google Shape;75;p6"/>
            <p:cNvSpPr/>
            <p:nvPr/>
          </p:nvSpPr>
          <p:spPr>
            <a:xfrm>
              <a:off x="0" y="0"/>
              <a:ext cx="2965904" cy="400811"/>
            </a:xfrm>
            <a:custGeom>
              <a:rect b="b" l="l" r="r" t="t"/>
              <a:pathLst>
                <a:path extrusionOk="0" h="400811" w="2965904">
                  <a:moveTo>
                    <a:pt x="27500" y="0"/>
                  </a:moveTo>
                  <a:lnTo>
                    <a:pt x="2938405" y="0"/>
                  </a:lnTo>
                  <a:cubicBezTo>
                    <a:pt x="2953592" y="0"/>
                    <a:pt x="2965904" y="12312"/>
                    <a:pt x="2965904" y="27500"/>
                  </a:cubicBezTo>
                  <a:lnTo>
                    <a:pt x="2965904" y="373311"/>
                  </a:lnTo>
                  <a:cubicBezTo>
                    <a:pt x="2965904" y="380604"/>
                    <a:pt x="2963007" y="387599"/>
                    <a:pt x="2957850" y="392756"/>
                  </a:cubicBezTo>
                  <a:cubicBezTo>
                    <a:pt x="2952692" y="397913"/>
                    <a:pt x="2945698" y="400811"/>
                    <a:pt x="2938405" y="400811"/>
                  </a:cubicBezTo>
                  <a:lnTo>
                    <a:pt x="27500" y="400811"/>
                  </a:lnTo>
                  <a:cubicBezTo>
                    <a:pt x="12312" y="400811"/>
                    <a:pt x="0" y="388499"/>
                    <a:pt x="0" y="373311"/>
                  </a:cubicBezTo>
                  <a:lnTo>
                    <a:pt x="0" y="27500"/>
                  </a:lnTo>
                  <a:cubicBezTo>
                    <a:pt x="0" y="12312"/>
                    <a:pt x="12312" y="0"/>
                    <a:pt x="27500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6"/>
            <p:cNvSpPr txBox="1"/>
            <p:nvPr/>
          </p:nvSpPr>
          <p:spPr>
            <a:xfrm>
              <a:off x="0" y="-47625"/>
              <a:ext cx="2965800" cy="4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" name="Google Shape;77;p6"/>
          <p:cNvGrpSpPr/>
          <p:nvPr/>
        </p:nvGrpSpPr>
        <p:grpSpPr>
          <a:xfrm>
            <a:off x="-756697" y="5753173"/>
            <a:ext cx="9537642" cy="1702910"/>
            <a:chOff x="0" y="-47625"/>
            <a:chExt cx="2511955" cy="448500"/>
          </a:xfrm>
        </p:grpSpPr>
        <p:sp>
          <p:nvSpPr>
            <p:cNvPr id="78" name="Google Shape;78;p6"/>
            <p:cNvSpPr/>
            <p:nvPr/>
          </p:nvSpPr>
          <p:spPr>
            <a:xfrm>
              <a:off x="0" y="0"/>
              <a:ext cx="2511955" cy="400811"/>
            </a:xfrm>
            <a:custGeom>
              <a:rect b="b" l="l" r="r" t="t"/>
              <a:pathLst>
                <a:path extrusionOk="0" h="400811" w="2511955">
                  <a:moveTo>
                    <a:pt x="32469" y="0"/>
                  </a:moveTo>
                  <a:lnTo>
                    <a:pt x="2479486" y="0"/>
                  </a:lnTo>
                  <a:cubicBezTo>
                    <a:pt x="2488097" y="0"/>
                    <a:pt x="2496356" y="3421"/>
                    <a:pt x="2502445" y="9510"/>
                  </a:cubicBezTo>
                  <a:cubicBezTo>
                    <a:pt x="2508534" y="15599"/>
                    <a:pt x="2511955" y="23858"/>
                    <a:pt x="2511955" y="32469"/>
                  </a:cubicBezTo>
                  <a:lnTo>
                    <a:pt x="2511955" y="368341"/>
                  </a:lnTo>
                  <a:cubicBezTo>
                    <a:pt x="2511955" y="376953"/>
                    <a:pt x="2508534" y="385211"/>
                    <a:pt x="2502445" y="391301"/>
                  </a:cubicBezTo>
                  <a:cubicBezTo>
                    <a:pt x="2496356" y="397390"/>
                    <a:pt x="2488097" y="400811"/>
                    <a:pt x="2479486" y="400811"/>
                  </a:cubicBezTo>
                  <a:lnTo>
                    <a:pt x="32469" y="400811"/>
                  </a:lnTo>
                  <a:cubicBezTo>
                    <a:pt x="14537" y="400811"/>
                    <a:pt x="0" y="386274"/>
                    <a:pt x="0" y="368341"/>
                  </a:cubicBezTo>
                  <a:lnTo>
                    <a:pt x="0" y="32469"/>
                  </a:lnTo>
                  <a:cubicBezTo>
                    <a:pt x="0" y="23858"/>
                    <a:pt x="3421" y="15599"/>
                    <a:pt x="9510" y="9510"/>
                  </a:cubicBezTo>
                  <a:cubicBezTo>
                    <a:pt x="15599" y="3421"/>
                    <a:pt x="23858" y="0"/>
                    <a:pt x="32469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6"/>
            <p:cNvSpPr txBox="1"/>
            <p:nvPr/>
          </p:nvSpPr>
          <p:spPr>
            <a:xfrm>
              <a:off x="0" y="-47625"/>
              <a:ext cx="2511900" cy="4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" name="Google Shape;80;p6"/>
          <p:cNvGrpSpPr/>
          <p:nvPr/>
        </p:nvGrpSpPr>
        <p:grpSpPr>
          <a:xfrm>
            <a:off x="-756697" y="7808292"/>
            <a:ext cx="8399681" cy="1702910"/>
            <a:chOff x="0" y="-47625"/>
            <a:chExt cx="2212247" cy="448500"/>
          </a:xfrm>
        </p:grpSpPr>
        <p:sp>
          <p:nvSpPr>
            <p:cNvPr id="81" name="Google Shape;81;p6"/>
            <p:cNvSpPr/>
            <p:nvPr/>
          </p:nvSpPr>
          <p:spPr>
            <a:xfrm>
              <a:off x="0" y="0"/>
              <a:ext cx="2212247" cy="400811"/>
            </a:xfrm>
            <a:custGeom>
              <a:rect b="b" l="l" r="r" t="t"/>
              <a:pathLst>
                <a:path extrusionOk="0" h="400811" w="2212247">
                  <a:moveTo>
                    <a:pt x="36868" y="0"/>
                  </a:moveTo>
                  <a:lnTo>
                    <a:pt x="2175379" y="0"/>
                  </a:lnTo>
                  <a:cubicBezTo>
                    <a:pt x="2185157" y="0"/>
                    <a:pt x="2194534" y="3884"/>
                    <a:pt x="2201449" y="10798"/>
                  </a:cubicBezTo>
                  <a:cubicBezTo>
                    <a:pt x="2208363" y="17712"/>
                    <a:pt x="2212247" y="27090"/>
                    <a:pt x="2212247" y="36868"/>
                  </a:cubicBezTo>
                  <a:lnTo>
                    <a:pt x="2212247" y="363943"/>
                  </a:lnTo>
                  <a:cubicBezTo>
                    <a:pt x="2212247" y="373721"/>
                    <a:pt x="2208363" y="383098"/>
                    <a:pt x="2201449" y="390012"/>
                  </a:cubicBezTo>
                  <a:cubicBezTo>
                    <a:pt x="2194534" y="396926"/>
                    <a:pt x="2185157" y="400811"/>
                    <a:pt x="2175379" y="400811"/>
                  </a:cubicBezTo>
                  <a:lnTo>
                    <a:pt x="36868" y="400811"/>
                  </a:lnTo>
                  <a:cubicBezTo>
                    <a:pt x="27090" y="400811"/>
                    <a:pt x="17712" y="396926"/>
                    <a:pt x="10798" y="390012"/>
                  </a:cubicBezTo>
                  <a:cubicBezTo>
                    <a:pt x="3884" y="383098"/>
                    <a:pt x="0" y="373721"/>
                    <a:pt x="0" y="363943"/>
                  </a:cubicBezTo>
                  <a:lnTo>
                    <a:pt x="0" y="36868"/>
                  </a:lnTo>
                  <a:cubicBezTo>
                    <a:pt x="0" y="27090"/>
                    <a:pt x="3884" y="17712"/>
                    <a:pt x="10798" y="10798"/>
                  </a:cubicBezTo>
                  <a:cubicBezTo>
                    <a:pt x="17712" y="3884"/>
                    <a:pt x="27090" y="0"/>
                    <a:pt x="36868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6"/>
            <p:cNvSpPr txBox="1"/>
            <p:nvPr/>
          </p:nvSpPr>
          <p:spPr>
            <a:xfrm>
              <a:off x="0" y="-47625"/>
              <a:ext cx="2212200" cy="4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3" name="Google Shape;83;p6"/>
          <p:cNvCxnSpPr/>
          <p:nvPr/>
        </p:nvCxnSpPr>
        <p:spPr>
          <a:xfrm>
            <a:off x="8446233" y="2670401"/>
            <a:ext cx="4239300" cy="0"/>
          </a:xfrm>
          <a:prstGeom prst="straightConnector1">
            <a:avLst/>
          </a:prstGeom>
          <a:noFill/>
          <a:ln cap="flat" cmpd="sng" w="47625">
            <a:solidFill>
              <a:srgbClr val="27272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4" name="Google Shape;84;p6"/>
          <p:cNvSpPr txBox="1"/>
          <p:nvPr>
            <p:ph idx="2" type="subTitle"/>
          </p:nvPr>
        </p:nvSpPr>
        <p:spPr>
          <a:xfrm>
            <a:off x="110155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6"/>
          <p:cNvSpPr txBox="1"/>
          <p:nvPr>
            <p:ph idx="3" type="subTitle"/>
          </p:nvPr>
        </p:nvSpPr>
        <p:spPr>
          <a:xfrm>
            <a:off x="1250040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" name="Google Shape;86;p6"/>
          <p:cNvSpPr txBox="1"/>
          <p:nvPr>
            <p:ph idx="4" type="subTitle"/>
          </p:nvPr>
        </p:nvSpPr>
        <p:spPr>
          <a:xfrm>
            <a:off x="6800975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" name="Google Shape;87;p6"/>
          <p:cNvSpPr txBox="1"/>
          <p:nvPr>
            <p:ph idx="5" type="title"/>
          </p:nvPr>
        </p:nvSpPr>
        <p:spPr>
          <a:xfrm>
            <a:off x="1154500" y="2032300"/>
            <a:ext cx="61692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750"/>
              <a:buNone/>
              <a:defRPr sz="675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"/>
          <p:cNvSpPr txBox="1"/>
          <p:nvPr>
            <p:ph idx="6" type="title"/>
          </p:nvPr>
        </p:nvSpPr>
        <p:spPr>
          <a:xfrm>
            <a:off x="1154500" y="4098100"/>
            <a:ext cx="89631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750"/>
              <a:buNone/>
              <a:defRPr sz="675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"/>
          <p:cNvSpPr txBox="1"/>
          <p:nvPr>
            <p:ph idx="7" type="title"/>
          </p:nvPr>
        </p:nvSpPr>
        <p:spPr>
          <a:xfrm>
            <a:off x="1154500" y="6143200"/>
            <a:ext cx="73125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750"/>
              <a:buNone/>
              <a:defRPr sz="675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"/>
          <p:cNvSpPr txBox="1"/>
          <p:nvPr>
            <p:ph idx="8" type="title"/>
          </p:nvPr>
        </p:nvSpPr>
        <p:spPr>
          <a:xfrm>
            <a:off x="1154500" y="8223125"/>
            <a:ext cx="61692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750"/>
              <a:buNone/>
              <a:defRPr sz="675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4">
    <p:bg>
      <p:bgPr>
        <a:solidFill>
          <a:srgbClr val="E8E69D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10494490" y="2200237"/>
            <a:ext cx="7074108" cy="5172017"/>
          </a:xfrm>
          <a:custGeom>
            <a:rect b="b" l="l" r="r" t="t"/>
            <a:pathLst>
              <a:path extrusionOk="0" h="1361953" w="1862833">
                <a:moveTo>
                  <a:pt x="25175" y="0"/>
                </a:moveTo>
                <a:lnTo>
                  <a:pt x="1837658" y="0"/>
                </a:lnTo>
                <a:cubicBezTo>
                  <a:pt x="1851562" y="0"/>
                  <a:pt x="1862833" y="11271"/>
                  <a:pt x="1862833" y="25175"/>
                </a:cubicBezTo>
                <a:lnTo>
                  <a:pt x="1862833" y="1336777"/>
                </a:lnTo>
                <a:cubicBezTo>
                  <a:pt x="1862833" y="1350681"/>
                  <a:pt x="1851562" y="1361953"/>
                  <a:pt x="1837658" y="1361953"/>
                </a:cubicBezTo>
                <a:lnTo>
                  <a:pt x="25175" y="1361953"/>
                </a:lnTo>
                <a:cubicBezTo>
                  <a:pt x="11271" y="1361953"/>
                  <a:pt x="0" y="1350681"/>
                  <a:pt x="0" y="1336777"/>
                </a:cubicBezTo>
                <a:lnTo>
                  <a:pt x="0" y="25175"/>
                </a:lnTo>
                <a:cubicBezTo>
                  <a:pt x="0" y="11271"/>
                  <a:pt x="11271" y="0"/>
                  <a:pt x="25175" y="0"/>
                </a:cubicBezTo>
                <a:close/>
              </a:path>
            </a:pathLst>
          </a:custGeom>
          <a:solidFill>
            <a:srgbClr val="F3F2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>
            <p:ph idx="2" type="pic"/>
          </p:nvPr>
        </p:nvSpPr>
        <p:spPr>
          <a:xfrm>
            <a:off x="10494500" y="2200225"/>
            <a:ext cx="7072800" cy="5179800"/>
          </a:xfrm>
          <a:prstGeom prst="roundRect">
            <a:avLst>
              <a:gd fmla="val 2466" name="adj"/>
            </a:avLst>
          </a:prstGeom>
          <a:noFill/>
          <a:ln>
            <a:noFill/>
          </a:ln>
        </p:spPr>
      </p:sp>
      <p:sp>
        <p:nvSpPr>
          <p:cNvPr id="94" name="Google Shape;94;p7"/>
          <p:cNvSpPr txBox="1"/>
          <p:nvPr>
            <p:ph type="title"/>
          </p:nvPr>
        </p:nvSpPr>
        <p:spPr>
          <a:xfrm>
            <a:off x="10038850" y="7975550"/>
            <a:ext cx="79854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"/>
          <p:cNvSpPr txBox="1"/>
          <p:nvPr>
            <p:ph idx="1" type="body"/>
          </p:nvPr>
        </p:nvSpPr>
        <p:spPr>
          <a:xfrm>
            <a:off x="1101550" y="7815950"/>
            <a:ext cx="8281200" cy="2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•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indent="-381000" lvl="1" marL="9144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–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indent="-381000" lvl="2" marL="13716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•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indent="-381000" lvl="3" marL="18288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–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indent="-381000" lvl="4" marL="22860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»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indent="-381000" lvl="5" marL="27432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•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indent="-381000" lvl="6" marL="32004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•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indent="-381000" lvl="7" marL="36576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•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indent="-381000" lvl="8" marL="41148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•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96" name="Google Shape;96;p7"/>
          <p:cNvSpPr/>
          <p:nvPr/>
        </p:nvSpPr>
        <p:spPr>
          <a:xfrm>
            <a:off x="-316181" y="2200237"/>
            <a:ext cx="9699014" cy="5171199"/>
          </a:xfrm>
          <a:custGeom>
            <a:rect b="b" l="l" r="r" t="t"/>
            <a:pathLst>
              <a:path extrusionOk="0" h="1361953" w="2554456">
                <a:moveTo>
                  <a:pt x="31929" y="0"/>
                </a:moveTo>
                <a:lnTo>
                  <a:pt x="2522527" y="0"/>
                </a:lnTo>
                <a:cubicBezTo>
                  <a:pt x="2540161" y="0"/>
                  <a:pt x="2554456" y="14295"/>
                  <a:pt x="2554456" y="31929"/>
                </a:cubicBezTo>
                <a:lnTo>
                  <a:pt x="2554456" y="1330024"/>
                </a:lnTo>
                <a:cubicBezTo>
                  <a:pt x="2554456" y="1338492"/>
                  <a:pt x="2551092" y="1346613"/>
                  <a:pt x="2545104" y="1352601"/>
                </a:cubicBezTo>
                <a:cubicBezTo>
                  <a:pt x="2539116" y="1358589"/>
                  <a:pt x="2530995" y="1361953"/>
                  <a:pt x="2522527" y="1361953"/>
                </a:cubicBezTo>
                <a:lnTo>
                  <a:pt x="31929" y="1361953"/>
                </a:lnTo>
                <a:cubicBezTo>
                  <a:pt x="14295" y="1361953"/>
                  <a:pt x="0" y="1347657"/>
                  <a:pt x="0" y="1330024"/>
                </a:cubicBezTo>
                <a:lnTo>
                  <a:pt x="0" y="31929"/>
                </a:lnTo>
                <a:cubicBezTo>
                  <a:pt x="0" y="14295"/>
                  <a:pt x="14295" y="0"/>
                  <a:pt x="31929" y="0"/>
                </a:cubicBezTo>
                <a:close/>
              </a:path>
            </a:pathLst>
          </a:custGeom>
          <a:solidFill>
            <a:srgbClr val="F3F2EE"/>
          </a:solidFill>
          <a:ln cap="rnd" cmpd="sng" w="476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 txBox="1"/>
          <p:nvPr>
            <p:ph idx="3" type="title"/>
          </p:nvPr>
        </p:nvSpPr>
        <p:spPr>
          <a:xfrm>
            <a:off x="1101550" y="2574025"/>
            <a:ext cx="7754700" cy="434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98" name="Google Shape;98;p7"/>
          <p:cNvSpPr txBox="1"/>
          <p:nvPr>
            <p:ph idx="4" type="subTitle"/>
          </p:nvPr>
        </p:nvSpPr>
        <p:spPr>
          <a:xfrm>
            <a:off x="110155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" name="Google Shape;99;p7"/>
          <p:cNvSpPr txBox="1"/>
          <p:nvPr>
            <p:ph idx="5" type="subTitle"/>
          </p:nvPr>
        </p:nvSpPr>
        <p:spPr>
          <a:xfrm>
            <a:off x="1250040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7"/>
          <p:cNvSpPr txBox="1"/>
          <p:nvPr>
            <p:ph idx="6" type="subTitle"/>
          </p:nvPr>
        </p:nvSpPr>
        <p:spPr>
          <a:xfrm>
            <a:off x="6800975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7"/>
          <p:cNvSpPr txBox="1"/>
          <p:nvPr>
            <p:ph idx="7" type="subTitle"/>
          </p:nvPr>
        </p:nvSpPr>
        <p:spPr>
          <a:xfrm>
            <a:off x="11688550" y="8631652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5">
    <p:bg>
      <p:bgPr>
        <a:solidFill>
          <a:srgbClr val="F3F2EE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/>
          <p:nvPr>
            <p:ph idx="2" type="pic"/>
          </p:nvPr>
        </p:nvSpPr>
        <p:spPr>
          <a:xfrm>
            <a:off x="150" y="14300"/>
            <a:ext cx="18288000" cy="6056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04" name="Google Shape;104;p8"/>
          <p:cNvCxnSpPr/>
          <p:nvPr/>
        </p:nvCxnSpPr>
        <p:spPr>
          <a:xfrm>
            <a:off x="0" y="6095394"/>
            <a:ext cx="18288000" cy="0"/>
          </a:xfrm>
          <a:prstGeom prst="straightConnector1">
            <a:avLst/>
          </a:prstGeom>
          <a:noFill/>
          <a:ln cap="flat" cmpd="sng" w="47625">
            <a:solidFill>
              <a:srgbClr val="27272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5" name="Google Shape;105;p8"/>
          <p:cNvSpPr txBox="1"/>
          <p:nvPr>
            <p:ph idx="1" type="body"/>
          </p:nvPr>
        </p:nvSpPr>
        <p:spPr>
          <a:xfrm>
            <a:off x="613825" y="6587450"/>
            <a:ext cx="17060400" cy="3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498475" lvl="0" marL="457200" marR="0" rtl="0" algn="ctr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4250"/>
              <a:buFont typeface="Rhodium Libre"/>
              <a:buChar char="•"/>
              <a:defRPr i="0" sz="42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1pPr>
            <a:lvl2pPr indent="-498475" lvl="1" marL="914400" marR="0" rtl="0" algn="ctr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4250"/>
              <a:buFont typeface="Rhodium Libre"/>
              <a:buChar char="–"/>
              <a:defRPr i="0" sz="42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2pPr>
            <a:lvl3pPr indent="-498475" lvl="2" marL="1371600" marR="0" rtl="0" algn="ctr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4250"/>
              <a:buFont typeface="Rhodium Libre"/>
              <a:buChar char="•"/>
              <a:defRPr i="0" sz="42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3pPr>
            <a:lvl4pPr indent="-498475" lvl="3" marL="1828800" marR="0" rtl="0" algn="ctr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4250"/>
              <a:buFont typeface="Rhodium Libre"/>
              <a:buChar char="–"/>
              <a:defRPr i="0" sz="42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4pPr>
            <a:lvl5pPr indent="-498475" lvl="4" marL="2286000" marR="0" rtl="0" algn="ctr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4250"/>
              <a:buFont typeface="Rhodium Libre"/>
              <a:buChar char="»"/>
              <a:defRPr i="0" sz="42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5pPr>
            <a:lvl6pPr indent="-498475" lvl="5" marL="2743200" marR="0" rtl="0" algn="ctr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4250"/>
              <a:buFont typeface="Rhodium Libre"/>
              <a:buChar char="•"/>
              <a:defRPr i="0" sz="42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6pPr>
            <a:lvl7pPr indent="-498475" lvl="6" marL="3200400" marR="0" rtl="0" algn="ctr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4250"/>
              <a:buFont typeface="Rhodium Libre"/>
              <a:buChar char="•"/>
              <a:defRPr i="0" sz="42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7pPr>
            <a:lvl8pPr indent="-498475" lvl="7" marL="3657600" marR="0" rtl="0" algn="ctr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4250"/>
              <a:buFont typeface="Rhodium Libre"/>
              <a:buChar char="•"/>
              <a:defRPr i="0" sz="42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8pPr>
            <a:lvl9pPr indent="-498475" lvl="8" marL="4114800" marR="0" rtl="0" algn="ctr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4250"/>
              <a:buFont typeface="Rhodium Libre"/>
              <a:buChar char="•"/>
              <a:defRPr i="0" sz="42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7">
  <p:cSld name="CUSTOM_6">
    <p:bg>
      <p:bgPr>
        <a:solidFill>
          <a:srgbClr val="EBC1A3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9"/>
          <p:cNvGrpSpPr/>
          <p:nvPr/>
        </p:nvGrpSpPr>
        <p:grpSpPr>
          <a:xfrm>
            <a:off x="-316181" y="1929123"/>
            <a:ext cx="10913430" cy="6788857"/>
            <a:chOff x="0" y="-47625"/>
            <a:chExt cx="2874300" cy="1788000"/>
          </a:xfrm>
        </p:grpSpPr>
        <p:sp>
          <p:nvSpPr>
            <p:cNvPr id="108" name="Google Shape;108;p9"/>
            <p:cNvSpPr/>
            <p:nvPr/>
          </p:nvSpPr>
          <p:spPr>
            <a:xfrm>
              <a:off x="0" y="0"/>
              <a:ext cx="2874208" cy="1740325"/>
            </a:xfrm>
            <a:custGeom>
              <a:rect b="b" l="l" r="r" t="t"/>
              <a:pathLst>
                <a:path extrusionOk="0" h="1740325" w="2874208">
                  <a:moveTo>
                    <a:pt x="0" y="0"/>
                  </a:moveTo>
                  <a:lnTo>
                    <a:pt x="2874208" y="0"/>
                  </a:lnTo>
                  <a:lnTo>
                    <a:pt x="2874208" y="1740325"/>
                  </a:lnTo>
                  <a:lnTo>
                    <a:pt x="0" y="1740325"/>
                  </a:lnTo>
                  <a:close/>
                </a:path>
              </a:pathLst>
            </a:custGeom>
            <a:solidFill>
              <a:srgbClr val="699D7D"/>
            </a:solidFill>
            <a:ln cap="sq" cmpd="sng" w="47625">
              <a:solidFill>
                <a:srgbClr val="000000"/>
              </a:solidFill>
              <a:prstDash val="dash"/>
              <a:miter lim="8000"/>
              <a:headEnd len="sm" w="sm" type="none"/>
              <a:tailEnd len="sm" w="sm" type="none"/>
            </a:ln>
          </p:spPr>
        </p:sp>
        <p:sp>
          <p:nvSpPr>
            <p:cNvPr id="109" name="Google Shape;109;p9"/>
            <p:cNvSpPr txBox="1"/>
            <p:nvPr/>
          </p:nvSpPr>
          <p:spPr>
            <a:xfrm>
              <a:off x="0" y="-47625"/>
              <a:ext cx="2874300" cy="17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9"/>
          <p:cNvGrpSpPr/>
          <p:nvPr/>
        </p:nvGrpSpPr>
        <p:grpSpPr>
          <a:xfrm>
            <a:off x="6756082" y="1872381"/>
            <a:ext cx="7082902" cy="7082902"/>
            <a:chOff x="0" y="0"/>
            <a:chExt cx="812800" cy="812800"/>
          </a:xfrm>
        </p:grpSpPr>
        <p:sp>
          <p:nvSpPr>
            <p:cNvPr id="111" name="Google Shape;111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9"/>
          <p:cNvSpPr txBox="1"/>
          <p:nvPr>
            <p:ph idx="1" type="subTitle"/>
          </p:nvPr>
        </p:nvSpPr>
        <p:spPr>
          <a:xfrm>
            <a:off x="110155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4" name="Google Shape;114;p9"/>
          <p:cNvSpPr txBox="1"/>
          <p:nvPr>
            <p:ph idx="2" type="subTitle"/>
          </p:nvPr>
        </p:nvSpPr>
        <p:spPr>
          <a:xfrm>
            <a:off x="6800975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" name="Google Shape;115;p9"/>
          <p:cNvSpPr/>
          <p:nvPr>
            <p:ph idx="3" type="pic"/>
          </p:nvPr>
        </p:nvSpPr>
        <p:spPr>
          <a:xfrm>
            <a:off x="6755925" y="1872375"/>
            <a:ext cx="7083000" cy="709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6" name="Google Shape;116;p9"/>
          <p:cNvSpPr/>
          <p:nvPr/>
        </p:nvSpPr>
        <p:spPr>
          <a:xfrm>
            <a:off x="17055825" y="-2775"/>
            <a:ext cx="1232372" cy="10290871"/>
          </a:xfrm>
          <a:custGeom>
            <a:rect b="b" l="l" r="r" t="t"/>
            <a:pathLst>
              <a:path extrusionOk="0" h="2896797" w="324522">
                <a:moveTo>
                  <a:pt x="0" y="0"/>
                </a:moveTo>
                <a:lnTo>
                  <a:pt x="324522" y="0"/>
                </a:lnTo>
                <a:lnTo>
                  <a:pt x="324522" y="2896797"/>
                </a:lnTo>
                <a:lnTo>
                  <a:pt x="0" y="2896797"/>
                </a:lnTo>
                <a:close/>
              </a:path>
            </a:pathLst>
          </a:custGeom>
          <a:solidFill>
            <a:srgbClr val="E8E69D"/>
          </a:solidFill>
          <a:ln>
            <a:noFill/>
          </a:ln>
        </p:spPr>
      </p:sp>
      <p:sp>
        <p:nvSpPr>
          <p:cNvPr id="117" name="Google Shape;117;p9"/>
          <p:cNvSpPr/>
          <p:nvPr/>
        </p:nvSpPr>
        <p:spPr>
          <a:xfrm>
            <a:off x="15823650" y="-2775"/>
            <a:ext cx="1232372" cy="10290871"/>
          </a:xfrm>
          <a:custGeom>
            <a:rect b="b" l="l" r="r" t="t"/>
            <a:pathLst>
              <a:path extrusionOk="0" h="2896797" w="324522">
                <a:moveTo>
                  <a:pt x="0" y="0"/>
                </a:moveTo>
                <a:lnTo>
                  <a:pt x="324522" y="0"/>
                </a:lnTo>
                <a:lnTo>
                  <a:pt x="324522" y="2896797"/>
                </a:lnTo>
                <a:lnTo>
                  <a:pt x="0" y="2896797"/>
                </a:lnTo>
                <a:close/>
              </a:path>
            </a:pathLst>
          </a:custGeom>
          <a:solidFill>
            <a:srgbClr val="699D7D"/>
          </a:solidFill>
          <a:ln>
            <a:noFill/>
          </a:ln>
        </p:spPr>
      </p:sp>
      <p:sp>
        <p:nvSpPr>
          <p:cNvPr id="118" name="Google Shape;118;p9"/>
          <p:cNvSpPr/>
          <p:nvPr/>
        </p:nvSpPr>
        <p:spPr>
          <a:xfrm>
            <a:off x="14591500" y="-2775"/>
            <a:ext cx="1232372" cy="10290871"/>
          </a:xfrm>
          <a:custGeom>
            <a:rect b="b" l="l" r="r" t="t"/>
            <a:pathLst>
              <a:path extrusionOk="0" h="2896797" w="324522">
                <a:moveTo>
                  <a:pt x="0" y="0"/>
                </a:moveTo>
                <a:lnTo>
                  <a:pt x="324522" y="0"/>
                </a:lnTo>
                <a:lnTo>
                  <a:pt x="324522" y="2896797"/>
                </a:lnTo>
                <a:lnTo>
                  <a:pt x="0" y="2896797"/>
                </a:lnTo>
                <a:close/>
              </a:path>
            </a:pathLst>
          </a:custGeom>
          <a:solidFill>
            <a:srgbClr val="BAC7E8"/>
          </a:solidFill>
          <a:ln>
            <a:noFill/>
          </a:ln>
        </p:spPr>
      </p:sp>
      <p:sp>
        <p:nvSpPr>
          <p:cNvPr id="119" name="Google Shape;119;p9"/>
          <p:cNvSpPr txBox="1"/>
          <p:nvPr>
            <p:ph idx="4" type="subTitle"/>
          </p:nvPr>
        </p:nvSpPr>
        <p:spPr>
          <a:xfrm rot="5400000">
            <a:off x="11712659" y="5942500"/>
            <a:ext cx="6735600" cy="7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3150"/>
              <a:buNone/>
              <a:defRPr b="1" sz="3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" name="Google Shape;120;p9"/>
          <p:cNvSpPr txBox="1"/>
          <p:nvPr>
            <p:ph idx="5" type="subTitle"/>
          </p:nvPr>
        </p:nvSpPr>
        <p:spPr>
          <a:xfrm rot="5400000">
            <a:off x="12945563" y="5942500"/>
            <a:ext cx="6735600" cy="7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3150"/>
              <a:buNone/>
              <a:defRPr b="1" sz="3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" name="Google Shape;121;p9"/>
          <p:cNvSpPr txBox="1"/>
          <p:nvPr>
            <p:ph idx="6" type="subTitle"/>
          </p:nvPr>
        </p:nvSpPr>
        <p:spPr>
          <a:xfrm rot="5400000">
            <a:off x="14211804" y="5942500"/>
            <a:ext cx="6735600" cy="7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3150"/>
              <a:buNone/>
              <a:defRPr b="1" sz="3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" name="Google Shape;122;p9"/>
          <p:cNvSpPr txBox="1"/>
          <p:nvPr>
            <p:ph idx="7" type="body"/>
          </p:nvPr>
        </p:nvSpPr>
        <p:spPr>
          <a:xfrm>
            <a:off x="1028700" y="2438175"/>
            <a:ext cx="6558600" cy="59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438150" lvl="0" marL="457200" marR="0" rtl="0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300"/>
              <a:buFont typeface="Rhodium Libre"/>
              <a:buChar char="•"/>
              <a:defRPr i="0" sz="330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1pPr>
            <a:lvl2pPr indent="-438150" lvl="1" marL="914400" marR="0" rtl="0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300"/>
              <a:buFont typeface="Rhodium Libre"/>
              <a:buChar char="–"/>
              <a:defRPr i="0" sz="330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2pPr>
            <a:lvl3pPr indent="-438150" lvl="2" marL="1371600" marR="0" rtl="0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300"/>
              <a:buFont typeface="Rhodium Libre"/>
              <a:buChar char="•"/>
              <a:defRPr i="0" sz="330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3pPr>
            <a:lvl4pPr indent="-438150" lvl="3" marL="1828800" marR="0" rtl="0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300"/>
              <a:buFont typeface="Rhodium Libre"/>
              <a:buChar char="–"/>
              <a:defRPr i="0" sz="330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4pPr>
            <a:lvl5pPr indent="-438150" lvl="4" marL="2286000" marR="0" rtl="0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300"/>
              <a:buFont typeface="Rhodium Libre"/>
              <a:buChar char="»"/>
              <a:defRPr i="0" sz="330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5pPr>
            <a:lvl6pPr indent="-438150" lvl="5" marL="2743200" marR="0" rtl="0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300"/>
              <a:buFont typeface="Rhodium Libre"/>
              <a:buChar char="•"/>
              <a:defRPr i="0" sz="330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6pPr>
            <a:lvl7pPr indent="-438150" lvl="6" marL="3200400" marR="0" rtl="0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300"/>
              <a:buFont typeface="Rhodium Libre"/>
              <a:buChar char="•"/>
              <a:defRPr i="0" sz="330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7pPr>
            <a:lvl8pPr indent="-438150" lvl="7" marL="3657600" marR="0" rtl="0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300"/>
              <a:buFont typeface="Rhodium Libre"/>
              <a:buChar char="•"/>
              <a:defRPr i="0" sz="330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8pPr>
            <a:lvl9pPr indent="-438150" lvl="8" marL="4114800" marR="0" rtl="0">
              <a:lnSpc>
                <a:spcPct val="16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300"/>
              <a:buFont typeface="Rhodium Libre"/>
              <a:buChar char="•"/>
              <a:defRPr i="0" sz="330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8">
  <p:cSld name="CUSTOM_7">
    <p:bg>
      <p:bgPr>
        <a:solidFill>
          <a:srgbClr val="BAC7E8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0"/>
          <p:cNvGrpSpPr/>
          <p:nvPr/>
        </p:nvGrpSpPr>
        <p:grpSpPr>
          <a:xfrm>
            <a:off x="17526386" y="-536716"/>
            <a:ext cx="1232474" cy="11179972"/>
            <a:chOff x="0" y="-47625"/>
            <a:chExt cx="324600" cy="2944500"/>
          </a:xfrm>
        </p:grpSpPr>
        <p:sp>
          <p:nvSpPr>
            <p:cNvPr id="125" name="Google Shape;125;p10"/>
            <p:cNvSpPr/>
            <p:nvPr/>
          </p:nvSpPr>
          <p:spPr>
            <a:xfrm>
              <a:off x="0" y="0"/>
              <a:ext cx="324522" cy="2896797"/>
            </a:xfrm>
            <a:custGeom>
              <a:rect b="b" l="l" r="r" t="t"/>
              <a:pathLst>
                <a:path extrusionOk="0" h="2896797" w="324522">
                  <a:moveTo>
                    <a:pt x="0" y="0"/>
                  </a:moveTo>
                  <a:lnTo>
                    <a:pt x="324522" y="0"/>
                  </a:lnTo>
                  <a:lnTo>
                    <a:pt x="324522" y="2896797"/>
                  </a:lnTo>
                  <a:lnTo>
                    <a:pt x="0" y="2896797"/>
                  </a:lnTo>
                  <a:close/>
                </a:path>
              </a:pathLst>
            </a:custGeom>
            <a:solidFill>
              <a:srgbClr val="E8E69D"/>
            </a:solidFill>
            <a:ln>
              <a:noFill/>
            </a:ln>
          </p:spPr>
        </p:sp>
        <p:sp>
          <p:nvSpPr>
            <p:cNvPr id="126" name="Google Shape;126;p10"/>
            <p:cNvSpPr txBox="1"/>
            <p:nvPr/>
          </p:nvSpPr>
          <p:spPr>
            <a:xfrm>
              <a:off x="0" y="-47625"/>
              <a:ext cx="324600" cy="29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10"/>
          <p:cNvGrpSpPr/>
          <p:nvPr/>
        </p:nvGrpSpPr>
        <p:grpSpPr>
          <a:xfrm>
            <a:off x="9008354" y="2260283"/>
            <a:ext cx="9834730" cy="7045395"/>
            <a:chOff x="0" y="-47625"/>
            <a:chExt cx="2590200" cy="1855565"/>
          </a:xfrm>
        </p:grpSpPr>
        <p:sp>
          <p:nvSpPr>
            <p:cNvPr id="128" name="Google Shape;128;p10"/>
            <p:cNvSpPr/>
            <p:nvPr/>
          </p:nvSpPr>
          <p:spPr>
            <a:xfrm>
              <a:off x="0" y="0"/>
              <a:ext cx="2590181" cy="1807940"/>
            </a:xfrm>
            <a:custGeom>
              <a:rect b="b" l="l" r="r" t="t"/>
              <a:pathLst>
                <a:path extrusionOk="0" h="1807940" w="2590181">
                  <a:moveTo>
                    <a:pt x="31489" y="0"/>
                  </a:moveTo>
                  <a:lnTo>
                    <a:pt x="2558693" y="0"/>
                  </a:lnTo>
                  <a:cubicBezTo>
                    <a:pt x="2567044" y="0"/>
                    <a:pt x="2575053" y="3318"/>
                    <a:pt x="2580959" y="9223"/>
                  </a:cubicBezTo>
                  <a:cubicBezTo>
                    <a:pt x="2586864" y="15128"/>
                    <a:pt x="2590181" y="23137"/>
                    <a:pt x="2590181" y="31489"/>
                  </a:cubicBezTo>
                  <a:lnTo>
                    <a:pt x="2590181" y="1776451"/>
                  </a:lnTo>
                  <a:cubicBezTo>
                    <a:pt x="2590181" y="1793842"/>
                    <a:pt x="2576083" y="1807940"/>
                    <a:pt x="2558693" y="1807940"/>
                  </a:cubicBezTo>
                  <a:lnTo>
                    <a:pt x="31489" y="1807940"/>
                  </a:lnTo>
                  <a:cubicBezTo>
                    <a:pt x="23137" y="1807940"/>
                    <a:pt x="15128" y="1804622"/>
                    <a:pt x="9223" y="1798717"/>
                  </a:cubicBezTo>
                  <a:cubicBezTo>
                    <a:pt x="3318" y="1792812"/>
                    <a:pt x="0" y="1784802"/>
                    <a:pt x="0" y="1776451"/>
                  </a:cubicBezTo>
                  <a:lnTo>
                    <a:pt x="0" y="31489"/>
                  </a:lnTo>
                  <a:cubicBezTo>
                    <a:pt x="0" y="14098"/>
                    <a:pt x="14098" y="0"/>
                    <a:pt x="31489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47625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0"/>
            <p:cNvSpPr txBox="1"/>
            <p:nvPr/>
          </p:nvSpPr>
          <p:spPr>
            <a:xfrm>
              <a:off x="0" y="-47625"/>
              <a:ext cx="2590200" cy="185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0"/>
          <p:cNvSpPr txBox="1"/>
          <p:nvPr>
            <p:ph idx="1" type="subTitle"/>
          </p:nvPr>
        </p:nvSpPr>
        <p:spPr>
          <a:xfrm>
            <a:off x="110155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" name="Google Shape;131;p10"/>
          <p:cNvSpPr txBox="1"/>
          <p:nvPr>
            <p:ph idx="2" type="subTitle"/>
          </p:nvPr>
        </p:nvSpPr>
        <p:spPr>
          <a:xfrm>
            <a:off x="1250040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2" name="Google Shape;132;p10"/>
          <p:cNvSpPr txBox="1"/>
          <p:nvPr>
            <p:ph idx="3" type="subTitle"/>
          </p:nvPr>
        </p:nvSpPr>
        <p:spPr>
          <a:xfrm>
            <a:off x="6800975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3" name="Google Shape;133;p10"/>
          <p:cNvSpPr txBox="1"/>
          <p:nvPr>
            <p:ph type="ctrTitle"/>
          </p:nvPr>
        </p:nvSpPr>
        <p:spPr>
          <a:xfrm>
            <a:off x="1028700" y="2260275"/>
            <a:ext cx="6765300" cy="42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8100"/>
              <a:buNone/>
              <a:defRPr sz="8100">
                <a:solidFill>
                  <a:srgbClr val="272727"/>
                </a:solidFill>
              </a:defRPr>
            </a:lvl1pPr>
            <a:lvl2pPr lvl="1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/>
        </p:txBody>
      </p:sp>
      <p:sp>
        <p:nvSpPr>
          <p:cNvPr id="134" name="Google Shape;134;p10"/>
          <p:cNvSpPr txBox="1"/>
          <p:nvPr>
            <p:ph idx="4" type="body"/>
          </p:nvPr>
        </p:nvSpPr>
        <p:spPr>
          <a:xfrm>
            <a:off x="1101550" y="6826925"/>
            <a:ext cx="69153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•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indent="-381000" lvl="1" marL="9144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–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indent="-381000" lvl="2" marL="13716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•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indent="-381000" lvl="3" marL="18288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–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indent="-381000" lvl="4" marL="22860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»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indent="-381000" lvl="5" marL="27432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•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indent="-381000" lvl="6" marL="32004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•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indent="-381000" lvl="7" marL="36576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•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indent="-381000" lvl="8" marL="4114800" marR="0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400"/>
              <a:buFont typeface="Bricolage Grotesque"/>
              <a:buChar char="•"/>
              <a:defRPr i="0" sz="24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9">
  <p:cSld name="CUSTOM_8">
    <p:bg>
      <p:bgPr>
        <a:solidFill>
          <a:srgbClr val="699D7D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1"/>
          <p:cNvGrpSpPr/>
          <p:nvPr/>
        </p:nvGrpSpPr>
        <p:grpSpPr>
          <a:xfrm>
            <a:off x="9469790" y="1109400"/>
            <a:ext cx="7941596" cy="8717303"/>
            <a:chOff x="0" y="-47625"/>
            <a:chExt cx="2091600" cy="2295900"/>
          </a:xfrm>
        </p:grpSpPr>
        <p:sp>
          <p:nvSpPr>
            <p:cNvPr id="137" name="Google Shape;137;p11"/>
            <p:cNvSpPr/>
            <p:nvPr/>
          </p:nvSpPr>
          <p:spPr>
            <a:xfrm>
              <a:off x="0" y="0"/>
              <a:ext cx="2091562" cy="2248272"/>
            </a:xfrm>
            <a:custGeom>
              <a:rect b="b" l="l" r="r" t="t"/>
              <a:pathLst>
                <a:path extrusionOk="0" h="2248272" w="2091562">
                  <a:moveTo>
                    <a:pt x="46794" y="0"/>
                  </a:moveTo>
                  <a:lnTo>
                    <a:pt x="2044768" y="0"/>
                  </a:lnTo>
                  <a:cubicBezTo>
                    <a:pt x="2057179" y="0"/>
                    <a:pt x="2069081" y="4930"/>
                    <a:pt x="2077857" y="13706"/>
                  </a:cubicBezTo>
                  <a:cubicBezTo>
                    <a:pt x="2086632" y="22481"/>
                    <a:pt x="2091562" y="34384"/>
                    <a:pt x="2091562" y="46794"/>
                  </a:cubicBezTo>
                  <a:lnTo>
                    <a:pt x="2091562" y="2201478"/>
                  </a:lnTo>
                  <a:cubicBezTo>
                    <a:pt x="2091562" y="2227321"/>
                    <a:pt x="2070612" y="2248272"/>
                    <a:pt x="2044768" y="2248272"/>
                  </a:cubicBezTo>
                  <a:lnTo>
                    <a:pt x="46794" y="2248272"/>
                  </a:lnTo>
                  <a:cubicBezTo>
                    <a:pt x="20951" y="2248272"/>
                    <a:pt x="0" y="2227321"/>
                    <a:pt x="0" y="2201478"/>
                  </a:cubicBezTo>
                  <a:lnTo>
                    <a:pt x="0" y="46794"/>
                  </a:lnTo>
                  <a:cubicBezTo>
                    <a:pt x="0" y="20951"/>
                    <a:pt x="20951" y="0"/>
                    <a:pt x="467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47625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1"/>
            <p:cNvSpPr txBox="1"/>
            <p:nvPr/>
          </p:nvSpPr>
          <p:spPr>
            <a:xfrm>
              <a:off x="0" y="-47625"/>
              <a:ext cx="2091600" cy="22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11"/>
          <p:cNvSpPr/>
          <p:nvPr/>
        </p:nvSpPr>
        <p:spPr>
          <a:xfrm>
            <a:off x="9532846" y="1353283"/>
            <a:ext cx="7816577" cy="8411679"/>
          </a:xfrm>
          <a:custGeom>
            <a:rect b="b" l="l" r="r" t="t"/>
            <a:pathLst>
              <a:path extrusionOk="0" h="2215057" w="2058348">
                <a:moveTo>
                  <a:pt x="39624" y="0"/>
                </a:moveTo>
                <a:lnTo>
                  <a:pt x="2018723" y="0"/>
                </a:lnTo>
                <a:cubicBezTo>
                  <a:pt x="2029233" y="0"/>
                  <a:pt x="2039311" y="4175"/>
                  <a:pt x="2046742" y="11606"/>
                </a:cubicBezTo>
                <a:cubicBezTo>
                  <a:pt x="2054173" y="19037"/>
                  <a:pt x="2058348" y="29115"/>
                  <a:pt x="2058348" y="39624"/>
                </a:cubicBezTo>
                <a:lnTo>
                  <a:pt x="2058348" y="2175433"/>
                </a:lnTo>
                <a:cubicBezTo>
                  <a:pt x="2058348" y="2185942"/>
                  <a:pt x="2054173" y="2196021"/>
                  <a:pt x="2046742" y="2203452"/>
                </a:cubicBezTo>
                <a:cubicBezTo>
                  <a:pt x="2039311" y="2210883"/>
                  <a:pt x="2029233" y="2215057"/>
                  <a:pt x="2018723" y="2215057"/>
                </a:cubicBezTo>
                <a:lnTo>
                  <a:pt x="39624" y="2215057"/>
                </a:lnTo>
                <a:cubicBezTo>
                  <a:pt x="17740" y="2215057"/>
                  <a:pt x="0" y="2197317"/>
                  <a:pt x="0" y="2175433"/>
                </a:cubicBezTo>
                <a:lnTo>
                  <a:pt x="0" y="39624"/>
                </a:lnTo>
                <a:cubicBezTo>
                  <a:pt x="0" y="29115"/>
                  <a:pt x="4175" y="19037"/>
                  <a:pt x="11606" y="11606"/>
                </a:cubicBezTo>
                <a:cubicBezTo>
                  <a:pt x="19037" y="4175"/>
                  <a:pt x="29115" y="0"/>
                  <a:pt x="39624" y="0"/>
                </a:cubicBezTo>
                <a:close/>
              </a:path>
            </a:pathLst>
          </a:custGeom>
          <a:solidFill>
            <a:srgbClr val="F3F2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"/>
          <p:cNvSpPr/>
          <p:nvPr>
            <p:ph idx="2" type="pic"/>
          </p:nvPr>
        </p:nvSpPr>
        <p:spPr>
          <a:xfrm>
            <a:off x="9531000" y="1353275"/>
            <a:ext cx="7815300" cy="8411400"/>
          </a:xfrm>
          <a:prstGeom prst="roundRect">
            <a:avLst>
              <a:gd fmla="val 1970" name="adj"/>
            </a:avLst>
          </a:prstGeom>
          <a:noFill/>
          <a:ln>
            <a:noFill/>
          </a:ln>
        </p:spPr>
      </p:sp>
      <p:grpSp>
        <p:nvGrpSpPr>
          <p:cNvPr id="141" name="Google Shape;141;p11"/>
          <p:cNvGrpSpPr/>
          <p:nvPr/>
        </p:nvGrpSpPr>
        <p:grpSpPr>
          <a:xfrm>
            <a:off x="1012706" y="1172456"/>
            <a:ext cx="3556177" cy="3658693"/>
            <a:chOff x="0" y="-47625"/>
            <a:chExt cx="936600" cy="963600"/>
          </a:xfrm>
        </p:grpSpPr>
        <p:sp>
          <p:nvSpPr>
            <p:cNvPr id="142" name="Google Shape;142;p11"/>
            <p:cNvSpPr/>
            <p:nvPr/>
          </p:nvSpPr>
          <p:spPr>
            <a:xfrm>
              <a:off x="0" y="0"/>
              <a:ext cx="936600" cy="915858"/>
            </a:xfrm>
            <a:custGeom>
              <a:rect b="b" l="l" r="r" t="t"/>
              <a:pathLst>
                <a:path extrusionOk="0" h="915858" w="936600">
                  <a:moveTo>
                    <a:pt x="87082" y="0"/>
                  </a:moveTo>
                  <a:lnTo>
                    <a:pt x="849518" y="0"/>
                  </a:lnTo>
                  <a:cubicBezTo>
                    <a:pt x="897612" y="0"/>
                    <a:pt x="936600" y="38988"/>
                    <a:pt x="936600" y="87082"/>
                  </a:cubicBezTo>
                  <a:lnTo>
                    <a:pt x="936600" y="828776"/>
                  </a:lnTo>
                  <a:cubicBezTo>
                    <a:pt x="936600" y="851872"/>
                    <a:pt x="927426" y="874022"/>
                    <a:pt x="911095" y="890353"/>
                  </a:cubicBezTo>
                  <a:cubicBezTo>
                    <a:pt x="894764" y="906684"/>
                    <a:pt x="872614" y="915858"/>
                    <a:pt x="849518" y="915858"/>
                  </a:cubicBezTo>
                  <a:lnTo>
                    <a:pt x="87082" y="915858"/>
                  </a:lnTo>
                  <a:cubicBezTo>
                    <a:pt x="38988" y="915858"/>
                    <a:pt x="0" y="876870"/>
                    <a:pt x="0" y="828776"/>
                  </a:cubicBezTo>
                  <a:lnTo>
                    <a:pt x="0" y="87082"/>
                  </a:lnTo>
                  <a:cubicBezTo>
                    <a:pt x="0" y="38988"/>
                    <a:pt x="38988" y="0"/>
                    <a:pt x="87082" y="0"/>
                  </a:cubicBezTo>
                  <a:close/>
                </a:path>
              </a:pathLst>
            </a:custGeom>
            <a:solidFill>
              <a:srgbClr val="F3F2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 txBox="1"/>
            <p:nvPr/>
          </p:nvSpPr>
          <p:spPr>
            <a:xfrm>
              <a:off x="0" y="-47625"/>
              <a:ext cx="936600" cy="96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p11"/>
          <p:cNvGrpSpPr/>
          <p:nvPr/>
        </p:nvGrpSpPr>
        <p:grpSpPr>
          <a:xfrm>
            <a:off x="1012706" y="6105352"/>
            <a:ext cx="3556177" cy="3658693"/>
            <a:chOff x="0" y="-47625"/>
            <a:chExt cx="936600" cy="963600"/>
          </a:xfrm>
        </p:grpSpPr>
        <p:sp>
          <p:nvSpPr>
            <p:cNvPr id="145" name="Google Shape;145;p11"/>
            <p:cNvSpPr/>
            <p:nvPr/>
          </p:nvSpPr>
          <p:spPr>
            <a:xfrm>
              <a:off x="0" y="0"/>
              <a:ext cx="936600" cy="915858"/>
            </a:xfrm>
            <a:custGeom>
              <a:rect b="b" l="l" r="r" t="t"/>
              <a:pathLst>
                <a:path extrusionOk="0" h="915858" w="936600">
                  <a:moveTo>
                    <a:pt x="87082" y="0"/>
                  </a:moveTo>
                  <a:lnTo>
                    <a:pt x="849518" y="0"/>
                  </a:lnTo>
                  <a:cubicBezTo>
                    <a:pt x="897612" y="0"/>
                    <a:pt x="936600" y="38988"/>
                    <a:pt x="936600" y="87082"/>
                  </a:cubicBezTo>
                  <a:lnTo>
                    <a:pt x="936600" y="828776"/>
                  </a:lnTo>
                  <a:cubicBezTo>
                    <a:pt x="936600" y="851872"/>
                    <a:pt x="927426" y="874022"/>
                    <a:pt x="911095" y="890353"/>
                  </a:cubicBezTo>
                  <a:cubicBezTo>
                    <a:pt x="894764" y="906684"/>
                    <a:pt x="872614" y="915858"/>
                    <a:pt x="849518" y="915858"/>
                  </a:cubicBezTo>
                  <a:lnTo>
                    <a:pt x="87082" y="915858"/>
                  </a:lnTo>
                  <a:cubicBezTo>
                    <a:pt x="38988" y="915858"/>
                    <a:pt x="0" y="876870"/>
                    <a:pt x="0" y="828776"/>
                  </a:cubicBezTo>
                  <a:lnTo>
                    <a:pt x="0" y="87082"/>
                  </a:lnTo>
                  <a:cubicBezTo>
                    <a:pt x="0" y="38988"/>
                    <a:pt x="38988" y="0"/>
                    <a:pt x="87082" y="0"/>
                  </a:cubicBezTo>
                  <a:close/>
                </a:path>
              </a:pathLst>
            </a:custGeom>
            <a:solidFill>
              <a:srgbClr val="F3F2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 txBox="1"/>
            <p:nvPr/>
          </p:nvSpPr>
          <p:spPr>
            <a:xfrm>
              <a:off x="0" y="-47625"/>
              <a:ext cx="936600" cy="96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11"/>
          <p:cNvGrpSpPr/>
          <p:nvPr/>
        </p:nvGrpSpPr>
        <p:grpSpPr>
          <a:xfrm>
            <a:off x="5271841" y="1172456"/>
            <a:ext cx="3556177" cy="3658693"/>
            <a:chOff x="0" y="-47625"/>
            <a:chExt cx="936600" cy="963600"/>
          </a:xfrm>
        </p:grpSpPr>
        <p:sp>
          <p:nvSpPr>
            <p:cNvPr id="148" name="Google Shape;148;p11"/>
            <p:cNvSpPr/>
            <p:nvPr/>
          </p:nvSpPr>
          <p:spPr>
            <a:xfrm>
              <a:off x="0" y="0"/>
              <a:ext cx="936600" cy="915858"/>
            </a:xfrm>
            <a:custGeom>
              <a:rect b="b" l="l" r="r" t="t"/>
              <a:pathLst>
                <a:path extrusionOk="0" h="915858" w="936600">
                  <a:moveTo>
                    <a:pt x="87082" y="0"/>
                  </a:moveTo>
                  <a:lnTo>
                    <a:pt x="849518" y="0"/>
                  </a:lnTo>
                  <a:cubicBezTo>
                    <a:pt x="897612" y="0"/>
                    <a:pt x="936600" y="38988"/>
                    <a:pt x="936600" y="87082"/>
                  </a:cubicBezTo>
                  <a:lnTo>
                    <a:pt x="936600" y="828776"/>
                  </a:lnTo>
                  <a:cubicBezTo>
                    <a:pt x="936600" y="851872"/>
                    <a:pt x="927426" y="874022"/>
                    <a:pt x="911095" y="890353"/>
                  </a:cubicBezTo>
                  <a:cubicBezTo>
                    <a:pt x="894764" y="906684"/>
                    <a:pt x="872614" y="915858"/>
                    <a:pt x="849518" y="915858"/>
                  </a:cubicBezTo>
                  <a:lnTo>
                    <a:pt x="87082" y="915858"/>
                  </a:lnTo>
                  <a:cubicBezTo>
                    <a:pt x="38988" y="915858"/>
                    <a:pt x="0" y="876870"/>
                    <a:pt x="0" y="828776"/>
                  </a:cubicBezTo>
                  <a:lnTo>
                    <a:pt x="0" y="87082"/>
                  </a:lnTo>
                  <a:cubicBezTo>
                    <a:pt x="0" y="38988"/>
                    <a:pt x="38988" y="0"/>
                    <a:pt x="87082" y="0"/>
                  </a:cubicBezTo>
                  <a:close/>
                </a:path>
              </a:pathLst>
            </a:custGeom>
            <a:solidFill>
              <a:srgbClr val="F3F2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 txBox="1"/>
            <p:nvPr/>
          </p:nvSpPr>
          <p:spPr>
            <a:xfrm>
              <a:off x="0" y="-47625"/>
              <a:ext cx="936600" cy="96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11"/>
          <p:cNvGrpSpPr/>
          <p:nvPr/>
        </p:nvGrpSpPr>
        <p:grpSpPr>
          <a:xfrm>
            <a:off x="5271841" y="6105352"/>
            <a:ext cx="3556177" cy="3658693"/>
            <a:chOff x="0" y="-47625"/>
            <a:chExt cx="936600" cy="963600"/>
          </a:xfrm>
        </p:grpSpPr>
        <p:sp>
          <p:nvSpPr>
            <p:cNvPr id="151" name="Google Shape;151;p11"/>
            <p:cNvSpPr/>
            <p:nvPr/>
          </p:nvSpPr>
          <p:spPr>
            <a:xfrm>
              <a:off x="0" y="0"/>
              <a:ext cx="936600" cy="915858"/>
            </a:xfrm>
            <a:custGeom>
              <a:rect b="b" l="l" r="r" t="t"/>
              <a:pathLst>
                <a:path extrusionOk="0" h="915858" w="936600">
                  <a:moveTo>
                    <a:pt x="87082" y="0"/>
                  </a:moveTo>
                  <a:lnTo>
                    <a:pt x="849518" y="0"/>
                  </a:lnTo>
                  <a:cubicBezTo>
                    <a:pt x="897612" y="0"/>
                    <a:pt x="936600" y="38988"/>
                    <a:pt x="936600" y="87082"/>
                  </a:cubicBezTo>
                  <a:lnTo>
                    <a:pt x="936600" y="828776"/>
                  </a:lnTo>
                  <a:cubicBezTo>
                    <a:pt x="936600" y="851872"/>
                    <a:pt x="927426" y="874022"/>
                    <a:pt x="911095" y="890353"/>
                  </a:cubicBezTo>
                  <a:cubicBezTo>
                    <a:pt x="894764" y="906684"/>
                    <a:pt x="872614" y="915858"/>
                    <a:pt x="849518" y="915858"/>
                  </a:cubicBezTo>
                  <a:lnTo>
                    <a:pt x="87082" y="915858"/>
                  </a:lnTo>
                  <a:cubicBezTo>
                    <a:pt x="38988" y="915858"/>
                    <a:pt x="0" y="876870"/>
                    <a:pt x="0" y="828776"/>
                  </a:cubicBezTo>
                  <a:lnTo>
                    <a:pt x="0" y="87082"/>
                  </a:lnTo>
                  <a:cubicBezTo>
                    <a:pt x="0" y="38988"/>
                    <a:pt x="38988" y="0"/>
                    <a:pt x="87082" y="0"/>
                  </a:cubicBezTo>
                  <a:close/>
                </a:path>
              </a:pathLst>
            </a:custGeom>
            <a:solidFill>
              <a:srgbClr val="F3F2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 txBox="1"/>
            <p:nvPr/>
          </p:nvSpPr>
          <p:spPr>
            <a:xfrm>
              <a:off x="0" y="-47625"/>
              <a:ext cx="936600" cy="96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3" name="Google Shape;15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09675" y="1835725"/>
            <a:ext cx="1962200" cy="191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920" y="1959913"/>
            <a:ext cx="2137886" cy="16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9100" y="6744774"/>
            <a:ext cx="1201125" cy="1732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6972" y="6814162"/>
            <a:ext cx="1827780" cy="166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1"/>
          <p:cNvSpPr txBox="1"/>
          <p:nvPr>
            <p:ph idx="1" type="subTitle"/>
          </p:nvPr>
        </p:nvSpPr>
        <p:spPr>
          <a:xfrm>
            <a:off x="999200" y="3962250"/>
            <a:ext cx="34608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2150"/>
              <a:buNone/>
              <a:defRPr sz="2150"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2150"/>
              <a:buNone/>
              <a:defRPr sz="2150"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9pPr>
          </a:lstStyle>
          <a:p/>
        </p:txBody>
      </p:sp>
      <p:sp>
        <p:nvSpPr>
          <p:cNvPr id="158" name="Google Shape;158;p11"/>
          <p:cNvSpPr txBox="1"/>
          <p:nvPr>
            <p:ph idx="3" type="subTitle"/>
          </p:nvPr>
        </p:nvSpPr>
        <p:spPr>
          <a:xfrm>
            <a:off x="1250040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9" name="Google Shape;159;p11"/>
          <p:cNvSpPr txBox="1"/>
          <p:nvPr>
            <p:ph idx="4" type="subTitle"/>
          </p:nvPr>
        </p:nvSpPr>
        <p:spPr>
          <a:xfrm>
            <a:off x="6800975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5" type="subTitle"/>
          </p:nvPr>
        </p:nvSpPr>
        <p:spPr>
          <a:xfrm>
            <a:off x="5320463" y="3962250"/>
            <a:ext cx="34608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2150"/>
              <a:buNone/>
              <a:defRPr sz="2150"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2150"/>
              <a:buNone/>
              <a:defRPr sz="2150"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9pPr>
          </a:lstStyle>
          <a:p/>
        </p:txBody>
      </p:sp>
      <p:sp>
        <p:nvSpPr>
          <p:cNvPr id="161" name="Google Shape;161;p11"/>
          <p:cNvSpPr txBox="1"/>
          <p:nvPr>
            <p:ph idx="6" type="subTitle"/>
          </p:nvPr>
        </p:nvSpPr>
        <p:spPr>
          <a:xfrm>
            <a:off x="999200" y="8906181"/>
            <a:ext cx="34608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2150"/>
              <a:buNone/>
              <a:defRPr sz="2150"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2150"/>
              <a:buNone/>
              <a:defRPr sz="2150"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9pPr>
          </a:lstStyle>
          <a:p/>
        </p:txBody>
      </p:sp>
      <p:sp>
        <p:nvSpPr>
          <p:cNvPr id="162" name="Google Shape;162;p11"/>
          <p:cNvSpPr txBox="1"/>
          <p:nvPr>
            <p:ph idx="7" type="subTitle"/>
          </p:nvPr>
        </p:nvSpPr>
        <p:spPr>
          <a:xfrm>
            <a:off x="5320463" y="8906181"/>
            <a:ext cx="34608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2150"/>
              <a:buNone/>
              <a:defRPr sz="2150"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2150"/>
              <a:buNone/>
              <a:defRPr sz="2150"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2150"/>
              <a:buNone/>
              <a:defRPr sz="2150"/>
            </a:lvl9pPr>
          </a:lstStyle>
          <a:p/>
        </p:txBody>
      </p:sp>
      <p:sp>
        <p:nvSpPr>
          <p:cNvPr id="163" name="Google Shape;163;p11"/>
          <p:cNvSpPr txBox="1"/>
          <p:nvPr>
            <p:ph idx="8" type="subTitle"/>
          </p:nvPr>
        </p:nvSpPr>
        <p:spPr>
          <a:xfrm>
            <a:off x="110155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4" name="Google Shape;164;p11"/>
          <p:cNvSpPr txBox="1"/>
          <p:nvPr>
            <p:ph idx="9" type="body"/>
          </p:nvPr>
        </p:nvSpPr>
        <p:spPr>
          <a:xfrm>
            <a:off x="1012700" y="4957350"/>
            <a:ext cx="7815300" cy="11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96875" lvl="0" marL="457200" marR="0" rtl="0" algn="ct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650"/>
              <a:buFont typeface="Rhodium Libre"/>
              <a:buChar char="•"/>
              <a:defRPr i="0" sz="26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1pPr>
            <a:lvl2pPr indent="-396875" lvl="1" marL="914400" marR="0" rtl="0" algn="ct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650"/>
              <a:buFont typeface="Rhodium Libre"/>
              <a:buChar char="–"/>
              <a:defRPr i="0" sz="26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2pPr>
            <a:lvl3pPr indent="-396875" lvl="2" marL="1371600" marR="0" rtl="0" algn="ct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650"/>
              <a:buFont typeface="Rhodium Libre"/>
              <a:buChar char="•"/>
              <a:defRPr i="0" sz="26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3pPr>
            <a:lvl4pPr indent="-396875" lvl="3" marL="1828800" marR="0" rtl="0" algn="ct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650"/>
              <a:buFont typeface="Rhodium Libre"/>
              <a:buChar char="–"/>
              <a:defRPr i="0" sz="26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4pPr>
            <a:lvl5pPr indent="-396875" lvl="4" marL="2286000" marR="0" rtl="0" algn="ct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650"/>
              <a:buFont typeface="Rhodium Libre"/>
              <a:buChar char="»"/>
              <a:defRPr i="0" sz="26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5pPr>
            <a:lvl6pPr indent="-396875" lvl="5" marL="2743200" marR="0" rtl="0" algn="ct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650"/>
              <a:buFont typeface="Rhodium Libre"/>
              <a:buChar char="•"/>
              <a:defRPr i="0" sz="26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6pPr>
            <a:lvl7pPr indent="-396875" lvl="6" marL="3200400" marR="0" rtl="0" algn="ct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650"/>
              <a:buFont typeface="Rhodium Libre"/>
              <a:buChar char="•"/>
              <a:defRPr i="0" sz="26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7pPr>
            <a:lvl8pPr indent="-396875" lvl="7" marL="3657600" marR="0" rtl="0" algn="ct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650"/>
              <a:buFont typeface="Rhodium Libre"/>
              <a:buChar char="•"/>
              <a:defRPr i="0" sz="26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8pPr>
            <a:lvl9pPr indent="-396875" lvl="8" marL="4114800" marR="0" rtl="0" algn="ct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650"/>
              <a:buFont typeface="Rhodium Libre"/>
              <a:buChar char="•"/>
              <a:defRPr i="0" sz="26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0">
  <p:cSld name="CUSTOM_9">
    <p:bg>
      <p:bgPr>
        <a:solidFill>
          <a:srgbClr val="E8E69D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 txBox="1"/>
          <p:nvPr>
            <p:ph idx="1" type="body"/>
          </p:nvPr>
        </p:nvSpPr>
        <p:spPr>
          <a:xfrm>
            <a:off x="13585775" y="2187525"/>
            <a:ext cx="3600900" cy="26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2425" lvl="0" marL="4572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indent="-352425" lvl="1" marL="9144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–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indent="-352425" lvl="2" marL="13716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indent="-352425" lvl="3" marL="18288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–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indent="-352425" lvl="4" marL="22860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»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indent="-352425" lvl="5" marL="27432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indent="-352425" lvl="6" marL="32004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indent="-352425" lvl="7" marL="36576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indent="-352425" lvl="8" marL="41148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167" name="Google Shape;167;p12"/>
          <p:cNvSpPr txBox="1"/>
          <p:nvPr>
            <p:ph idx="2" type="body"/>
          </p:nvPr>
        </p:nvSpPr>
        <p:spPr>
          <a:xfrm>
            <a:off x="1028700" y="3731100"/>
            <a:ext cx="3183300" cy="261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52425" lvl="0" marL="457200" marR="0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indent="-352425" lvl="1" marL="914400" marR="0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–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indent="-352425" lvl="2" marL="1371600" marR="0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indent="-352425" lvl="3" marL="1828800" marR="0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–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indent="-352425" lvl="4" marL="2286000" marR="0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»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indent="-352425" lvl="5" marL="2743200" marR="0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indent="-352425" lvl="6" marL="3200400" marR="0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indent="-352425" lvl="7" marL="3657600" marR="0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indent="-352425" lvl="8" marL="4114800" marR="0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grpSp>
        <p:nvGrpSpPr>
          <p:cNvPr id="168" name="Google Shape;168;p12"/>
          <p:cNvGrpSpPr/>
          <p:nvPr/>
        </p:nvGrpSpPr>
        <p:grpSpPr>
          <a:xfrm>
            <a:off x="6564249" y="1189454"/>
            <a:ext cx="5159492" cy="5159492"/>
            <a:chOff x="0" y="0"/>
            <a:chExt cx="812800" cy="812800"/>
          </a:xfrm>
        </p:grpSpPr>
        <p:sp>
          <p:nvSpPr>
            <p:cNvPr id="169" name="Google Shape;169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  <a:ln cap="sq" cmpd="sng" w="38100">
              <a:solidFill>
                <a:srgbClr val="000000"/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2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12"/>
          <p:cNvGrpSpPr/>
          <p:nvPr/>
        </p:nvGrpSpPr>
        <p:grpSpPr>
          <a:xfrm>
            <a:off x="4856258" y="4540372"/>
            <a:ext cx="5159492" cy="5159492"/>
            <a:chOff x="0" y="0"/>
            <a:chExt cx="812800" cy="812800"/>
          </a:xfrm>
        </p:grpSpPr>
        <p:sp>
          <p:nvSpPr>
            <p:cNvPr id="172" name="Google Shape;172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  <a:ln cap="sq" cmpd="sng" w="38100">
              <a:solidFill>
                <a:srgbClr val="000000"/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2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12"/>
          <p:cNvGrpSpPr/>
          <p:nvPr/>
        </p:nvGrpSpPr>
        <p:grpSpPr>
          <a:xfrm>
            <a:off x="8272240" y="4540372"/>
            <a:ext cx="5159492" cy="5159492"/>
            <a:chOff x="0" y="0"/>
            <a:chExt cx="812800" cy="812800"/>
          </a:xfrm>
        </p:grpSpPr>
        <p:sp>
          <p:nvSpPr>
            <p:cNvPr id="175" name="Google Shape;175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  <a:ln cap="sq" cmpd="sng" w="38100">
              <a:solidFill>
                <a:srgbClr val="000000"/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2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12"/>
          <p:cNvGrpSpPr/>
          <p:nvPr/>
        </p:nvGrpSpPr>
        <p:grpSpPr>
          <a:xfrm>
            <a:off x="4856258" y="4540372"/>
            <a:ext cx="5159492" cy="5159492"/>
            <a:chOff x="0" y="0"/>
            <a:chExt cx="812800" cy="812800"/>
          </a:xfrm>
        </p:grpSpPr>
        <p:sp>
          <p:nvSpPr>
            <p:cNvPr id="178" name="Google Shape;178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2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12"/>
          <p:cNvGrpSpPr/>
          <p:nvPr/>
        </p:nvGrpSpPr>
        <p:grpSpPr>
          <a:xfrm>
            <a:off x="6560454" y="1189454"/>
            <a:ext cx="5159492" cy="5159492"/>
            <a:chOff x="0" y="0"/>
            <a:chExt cx="812800" cy="812800"/>
          </a:xfrm>
        </p:grpSpPr>
        <p:sp>
          <p:nvSpPr>
            <p:cNvPr id="181" name="Google Shape;181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2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3" name="Google Shape;183;p12"/>
          <p:cNvCxnSpPr/>
          <p:nvPr/>
        </p:nvCxnSpPr>
        <p:spPr>
          <a:xfrm>
            <a:off x="11723751" y="2386606"/>
            <a:ext cx="1576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lg" w="lg" type="oval"/>
            <a:tailEnd len="sm" w="sm" type="none"/>
          </a:ln>
        </p:spPr>
      </p:cxnSp>
      <p:cxnSp>
        <p:nvCxnSpPr>
          <p:cNvPr id="184" name="Google Shape;184;p12"/>
          <p:cNvCxnSpPr/>
          <p:nvPr/>
        </p:nvCxnSpPr>
        <p:spPr>
          <a:xfrm>
            <a:off x="13585785" y="5949474"/>
            <a:ext cx="1994700" cy="813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lg" w="lg" type="oval"/>
            <a:tailEnd len="sm" w="sm" type="none"/>
          </a:ln>
        </p:spPr>
      </p:cxnSp>
      <p:cxnSp>
        <p:nvCxnSpPr>
          <p:cNvPr id="185" name="Google Shape;185;p12"/>
          <p:cNvCxnSpPr/>
          <p:nvPr/>
        </p:nvCxnSpPr>
        <p:spPr>
          <a:xfrm rot="10800000">
            <a:off x="2023573" y="6618768"/>
            <a:ext cx="2569500" cy="988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lg" w="lg" type="oval"/>
            <a:tailEnd len="sm" w="sm" type="none"/>
          </a:ln>
        </p:spPr>
      </p:cxnSp>
      <p:sp>
        <p:nvSpPr>
          <p:cNvPr id="186" name="Google Shape;186;p12"/>
          <p:cNvSpPr txBox="1"/>
          <p:nvPr>
            <p:ph idx="3" type="subTitle"/>
          </p:nvPr>
        </p:nvSpPr>
        <p:spPr>
          <a:xfrm>
            <a:off x="110155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" name="Google Shape;187;p12"/>
          <p:cNvSpPr txBox="1"/>
          <p:nvPr>
            <p:ph idx="4" type="subTitle"/>
          </p:nvPr>
        </p:nvSpPr>
        <p:spPr>
          <a:xfrm>
            <a:off x="1250040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8" name="Google Shape;188;p12"/>
          <p:cNvSpPr txBox="1"/>
          <p:nvPr>
            <p:ph idx="5" type="subTitle"/>
          </p:nvPr>
        </p:nvSpPr>
        <p:spPr>
          <a:xfrm>
            <a:off x="6800975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9" name="Google Shape;189;p12"/>
          <p:cNvSpPr txBox="1"/>
          <p:nvPr>
            <p:ph idx="6" type="body"/>
          </p:nvPr>
        </p:nvSpPr>
        <p:spPr>
          <a:xfrm>
            <a:off x="13585775" y="7010500"/>
            <a:ext cx="3600900" cy="26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2425" lvl="0" marL="4572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indent="-352425" lvl="1" marL="9144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–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indent="-352425" lvl="2" marL="13716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indent="-352425" lvl="3" marL="18288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–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indent="-352425" lvl="4" marL="22860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»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indent="-352425" lvl="5" marL="27432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indent="-352425" lvl="6" marL="32004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indent="-352425" lvl="7" marL="36576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indent="-352425" lvl="8" marL="4114800" marR="0" rtl="0" algn="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1950"/>
              <a:buFont typeface="Bricolage Grotesque"/>
              <a:buChar char="•"/>
              <a:defRPr i="0" sz="19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190" name="Google Shape;190;p12"/>
          <p:cNvSpPr txBox="1"/>
          <p:nvPr>
            <p:ph idx="7" type="subTitle"/>
          </p:nvPr>
        </p:nvSpPr>
        <p:spPr>
          <a:xfrm>
            <a:off x="7646700" y="3148125"/>
            <a:ext cx="2994600" cy="696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" name="Google Shape;191;p12"/>
          <p:cNvSpPr txBox="1"/>
          <p:nvPr>
            <p:ph idx="8" type="subTitle"/>
          </p:nvPr>
        </p:nvSpPr>
        <p:spPr>
          <a:xfrm>
            <a:off x="5159600" y="6910675"/>
            <a:ext cx="2994600" cy="696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2" name="Google Shape;192;p12"/>
          <p:cNvSpPr txBox="1"/>
          <p:nvPr>
            <p:ph idx="9" type="subTitle"/>
          </p:nvPr>
        </p:nvSpPr>
        <p:spPr>
          <a:xfrm>
            <a:off x="10133775" y="6910675"/>
            <a:ext cx="2994600" cy="696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1">
  <p:cSld name="CUSTOM_10">
    <p:bg>
      <p:bgPr>
        <a:solidFill>
          <a:srgbClr val="F3F2EE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13"/>
          <p:cNvGrpSpPr/>
          <p:nvPr/>
        </p:nvGrpSpPr>
        <p:grpSpPr>
          <a:xfrm>
            <a:off x="13551541" y="-536716"/>
            <a:ext cx="4736488" cy="11179972"/>
            <a:chOff x="0" y="-47625"/>
            <a:chExt cx="1247462" cy="2944500"/>
          </a:xfrm>
        </p:grpSpPr>
        <p:sp>
          <p:nvSpPr>
            <p:cNvPr id="195" name="Google Shape;195;p13"/>
            <p:cNvSpPr/>
            <p:nvPr/>
          </p:nvSpPr>
          <p:spPr>
            <a:xfrm>
              <a:off x="0" y="0"/>
              <a:ext cx="1247462" cy="2896797"/>
            </a:xfrm>
            <a:custGeom>
              <a:rect b="b" l="l" r="r" t="t"/>
              <a:pathLst>
                <a:path extrusionOk="0" h="2896797" w="1247462">
                  <a:moveTo>
                    <a:pt x="0" y="0"/>
                  </a:moveTo>
                  <a:lnTo>
                    <a:pt x="1247462" y="0"/>
                  </a:lnTo>
                  <a:lnTo>
                    <a:pt x="1247462" y="2896797"/>
                  </a:lnTo>
                  <a:lnTo>
                    <a:pt x="0" y="2896797"/>
                  </a:lnTo>
                  <a:close/>
                </a:path>
              </a:pathLst>
            </a:custGeom>
            <a:solidFill>
              <a:srgbClr val="699D7D"/>
            </a:solidFill>
            <a:ln>
              <a:noFill/>
            </a:ln>
          </p:spPr>
        </p:sp>
        <p:sp>
          <p:nvSpPr>
            <p:cNvPr id="196" name="Google Shape;196;p13"/>
            <p:cNvSpPr txBox="1"/>
            <p:nvPr/>
          </p:nvSpPr>
          <p:spPr>
            <a:xfrm>
              <a:off x="0" y="-47625"/>
              <a:ext cx="1247400" cy="29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7" name="Google Shape;197;p13"/>
          <p:cNvCxnSpPr/>
          <p:nvPr/>
        </p:nvCxnSpPr>
        <p:spPr>
          <a:xfrm rot="10800000">
            <a:off x="13537254" y="-726300"/>
            <a:ext cx="0" cy="9984600"/>
          </a:xfrm>
          <a:prstGeom prst="straightConnector1">
            <a:avLst/>
          </a:prstGeom>
          <a:noFill/>
          <a:ln cap="flat" cmpd="sng" w="47625">
            <a:solidFill>
              <a:srgbClr val="27272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98" name="Google Shape;198;p13"/>
          <p:cNvGrpSpPr/>
          <p:nvPr/>
        </p:nvGrpSpPr>
        <p:grpSpPr>
          <a:xfrm>
            <a:off x="-756697" y="1471485"/>
            <a:ext cx="8849435" cy="1702910"/>
            <a:chOff x="0" y="-47625"/>
            <a:chExt cx="2330700" cy="448500"/>
          </a:xfrm>
        </p:grpSpPr>
        <p:sp>
          <p:nvSpPr>
            <p:cNvPr id="199" name="Google Shape;199;p13"/>
            <p:cNvSpPr/>
            <p:nvPr/>
          </p:nvSpPr>
          <p:spPr>
            <a:xfrm>
              <a:off x="0" y="0"/>
              <a:ext cx="2330668" cy="400811"/>
            </a:xfrm>
            <a:custGeom>
              <a:rect b="b" l="l" r="r" t="t"/>
              <a:pathLst>
                <a:path extrusionOk="0" h="400811" w="2330668">
                  <a:moveTo>
                    <a:pt x="34995" y="0"/>
                  </a:moveTo>
                  <a:lnTo>
                    <a:pt x="2295673" y="0"/>
                  </a:lnTo>
                  <a:cubicBezTo>
                    <a:pt x="2304954" y="0"/>
                    <a:pt x="2313855" y="3687"/>
                    <a:pt x="2320418" y="10250"/>
                  </a:cubicBezTo>
                  <a:cubicBezTo>
                    <a:pt x="2326981" y="16812"/>
                    <a:pt x="2330668" y="25714"/>
                    <a:pt x="2330668" y="34995"/>
                  </a:cubicBezTo>
                  <a:lnTo>
                    <a:pt x="2330668" y="365816"/>
                  </a:lnTo>
                  <a:cubicBezTo>
                    <a:pt x="2330668" y="375097"/>
                    <a:pt x="2326981" y="383998"/>
                    <a:pt x="2320418" y="390561"/>
                  </a:cubicBezTo>
                  <a:cubicBezTo>
                    <a:pt x="2313855" y="397124"/>
                    <a:pt x="2304954" y="400811"/>
                    <a:pt x="2295673" y="400811"/>
                  </a:cubicBezTo>
                  <a:lnTo>
                    <a:pt x="34995" y="400811"/>
                  </a:lnTo>
                  <a:cubicBezTo>
                    <a:pt x="15668" y="400811"/>
                    <a:pt x="0" y="385143"/>
                    <a:pt x="0" y="365816"/>
                  </a:cubicBezTo>
                  <a:lnTo>
                    <a:pt x="0" y="34995"/>
                  </a:lnTo>
                  <a:cubicBezTo>
                    <a:pt x="0" y="25714"/>
                    <a:pt x="3687" y="16812"/>
                    <a:pt x="10250" y="10250"/>
                  </a:cubicBezTo>
                  <a:cubicBezTo>
                    <a:pt x="16812" y="3687"/>
                    <a:pt x="25714" y="0"/>
                    <a:pt x="34995" y="0"/>
                  </a:cubicBezTo>
                  <a:close/>
                </a:path>
              </a:pathLst>
            </a:custGeom>
            <a:solidFill>
              <a:srgbClr val="BAC7E8"/>
            </a:solidFill>
            <a:ln cap="rnd" cmpd="sng" w="47625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3"/>
            <p:cNvSpPr txBox="1"/>
            <p:nvPr/>
          </p:nvSpPr>
          <p:spPr>
            <a:xfrm>
              <a:off x="0" y="-47625"/>
              <a:ext cx="2330700" cy="4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13"/>
          <p:cNvGrpSpPr/>
          <p:nvPr/>
        </p:nvGrpSpPr>
        <p:grpSpPr>
          <a:xfrm>
            <a:off x="-756697" y="4792658"/>
            <a:ext cx="7679610" cy="1702910"/>
            <a:chOff x="0" y="-47625"/>
            <a:chExt cx="2022600" cy="448500"/>
          </a:xfrm>
        </p:grpSpPr>
        <p:sp>
          <p:nvSpPr>
            <p:cNvPr id="202" name="Google Shape;202;p13"/>
            <p:cNvSpPr/>
            <p:nvPr/>
          </p:nvSpPr>
          <p:spPr>
            <a:xfrm>
              <a:off x="0" y="0"/>
              <a:ext cx="2022517" cy="400811"/>
            </a:xfrm>
            <a:custGeom>
              <a:rect b="b" l="l" r="r" t="t"/>
              <a:pathLst>
                <a:path extrusionOk="0" h="400811" w="2022517">
                  <a:moveTo>
                    <a:pt x="40326" y="0"/>
                  </a:moveTo>
                  <a:lnTo>
                    <a:pt x="1982190" y="0"/>
                  </a:lnTo>
                  <a:cubicBezTo>
                    <a:pt x="2004462" y="0"/>
                    <a:pt x="2022517" y="18055"/>
                    <a:pt x="2022517" y="40326"/>
                  </a:cubicBezTo>
                  <a:lnTo>
                    <a:pt x="2022517" y="360484"/>
                  </a:lnTo>
                  <a:cubicBezTo>
                    <a:pt x="2022517" y="371179"/>
                    <a:pt x="2018268" y="381437"/>
                    <a:pt x="2010705" y="388999"/>
                  </a:cubicBezTo>
                  <a:cubicBezTo>
                    <a:pt x="2003143" y="396562"/>
                    <a:pt x="1992886" y="400811"/>
                    <a:pt x="1982190" y="400811"/>
                  </a:cubicBezTo>
                  <a:lnTo>
                    <a:pt x="40326" y="400811"/>
                  </a:lnTo>
                  <a:cubicBezTo>
                    <a:pt x="18055" y="400811"/>
                    <a:pt x="0" y="382756"/>
                    <a:pt x="0" y="360484"/>
                  </a:cubicBezTo>
                  <a:lnTo>
                    <a:pt x="0" y="40326"/>
                  </a:lnTo>
                  <a:cubicBezTo>
                    <a:pt x="0" y="18055"/>
                    <a:pt x="18055" y="0"/>
                    <a:pt x="40326" y="0"/>
                  </a:cubicBezTo>
                  <a:close/>
                </a:path>
              </a:pathLst>
            </a:custGeom>
            <a:solidFill>
              <a:srgbClr val="E8E69D"/>
            </a:solidFill>
            <a:ln cap="rnd" cmpd="sng" w="47625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3"/>
            <p:cNvSpPr txBox="1"/>
            <p:nvPr/>
          </p:nvSpPr>
          <p:spPr>
            <a:xfrm>
              <a:off x="0" y="-47625"/>
              <a:ext cx="2022600" cy="4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13"/>
          <p:cNvSpPr txBox="1"/>
          <p:nvPr>
            <p:ph idx="1" type="subTitle"/>
          </p:nvPr>
        </p:nvSpPr>
        <p:spPr>
          <a:xfrm>
            <a:off x="110155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5" name="Google Shape;205;p13"/>
          <p:cNvSpPr txBox="1"/>
          <p:nvPr>
            <p:ph idx="2" type="subTitle"/>
          </p:nvPr>
        </p:nvSpPr>
        <p:spPr>
          <a:xfrm>
            <a:off x="1250040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6" name="Google Shape;206;p13"/>
          <p:cNvSpPr txBox="1"/>
          <p:nvPr>
            <p:ph idx="3" type="subTitle"/>
          </p:nvPr>
        </p:nvSpPr>
        <p:spPr>
          <a:xfrm>
            <a:off x="6800975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7" name="Google Shape;207;p13"/>
          <p:cNvSpPr txBox="1"/>
          <p:nvPr>
            <p:ph type="ctrTitle"/>
          </p:nvPr>
        </p:nvSpPr>
        <p:spPr>
          <a:xfrm>
            <a:off x="1101550" y="1687616"/>
            <a:ext cx="6765300" cy="42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8300"/>
              <a:buNone/>
              <a:defRPr sz="8300">
                <a:solidFill>
                  <a:srgbClr val="272727"/>
                </a:solidFill>
              </a:defRPr>
            </a:lvl1pPr>
            <a:lvl2pPr lvl="1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">
  <p:cSld name="CUSTOM_11">
    <p:bg>
      <p:bgPr>
        <a:solidFill>
          <a:srgbClr val="EBC1A3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 txBox="1"/>
          <p:nvPr>
            <p:ph type="ctrTitle"/>
          </p:nvPr>
        </p:nvSpPr>
        <p:spPr>
          <a:xfrm>
            <a:off x="13017500" y="1667775"/>
            <a:ext cx="4168800" cy="42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8100"/>
              <a:buNone/>
              <a:defRPr sz="8100">
                <a:solidFill>
                  <a:srgbClr val="272727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/>
        </p:txBody>
      </p:sp>
      <p:sp>
        <p:nvSpPr>
          <p:cNvPr id="210" name="Google Shape;210;p14"/>
          <p:cNvSpPr/>
          <p:nvPr/>
        </p:nvSpPr>
        <p:spPr>
          <a:xfrm>
            <a:off x="3256854" y="-463085"/>
            <a:ext cx="3533648" cy="353364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699D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"/>
          <p:cNvSpPr/>
          <p:nvPr>
            <p:ph idx="2" type="pic"/>
          </p:nvPr>
        </p:nvSpPr>
        <p:spPr>
          <a:xfrm>
            <a:off x="3263125" y="-456650"/>
            <a:ext cx="3520800" cy="3520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2" name="Google Shape;212;p14"/>
          <p:cNvSpPr/>
          <p:nvPr/>
        </p:nvSpPr>
        <p:spPr>
          <a:xfrm>
            <a:off x="1720360" y="6320964"/>
            <a:ext cx="5874512" cy="5874512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sq" cmpd="sng" w="38100">
            <a:solidFill>
              <a:srgbClr val="000000"/>
            </a:solidFill>
            <a:prstDash val="lgDash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1762162" y="6362766"/>
            <a:ext cx="5791200" cy="579120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699D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"/>
          <p:cNvSpPr/>
          <p:nvPr>
            <p:ph idx="3" type="pic"/>
          </p:nvPr>
        </p:nvSpPr>
        <p:spPr>
          <a:xfrm>
            <a:off x="1762000" y="6362550"/>
            <a:ext cx="5791500" cy="5791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5" name="Google Shape;215;p14"/>
          <p:cNvSpPr/>
          <p:nvPr/>
        </p:nvSpPr>
        <p:spPr>
          <a:xfrm>
            <a:off x="9995760" y="7719285"/>
            <a:ext cx="3533648" cy="353364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3F2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/>
          <p:nvPr>
            <p:ph idx="4" type="pic"/>
          </p:nvPr>
        </p:nvSpPr>
        <p:spPr>
          <a:xfrm>
            <a:off x="10002100" y="7725650"/>
            <a:ext cx="3520800" cy="3520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7" name="Google Shape;217;p14"/>
          <p:cNvSpPr/>
          <p:nvPr/>
        </p:nvSpPr>
        <p:spPr>
          <a:xfrm>
            <a:off x="14501501" y="5143500"/>
            <a:ext cx="4539488" cy="453948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3F2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>
            <p:ph idx="5" type="pic"/>
          </p:nvPr>
        </p:nvSpPr>
        <p:spPr>
          <a:xfrm>
            <a:off x="14501600" y="5143600"/>
            <a:ext cx="4539300" cy="4539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9" name="Google Shape;219;p14"/>
          <p:cNvSpPr/>
          <p:nvPr/>
        </p:nvSpPr>
        <p:spPr>
          <a:xfrm>
            <a:off x="7131745" y="1494785"/>
            <a:ext cx="5724144" cy="5724144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sq" cmpd="sng" w="38100">
            <a:solidFill>
              <a:srgbClr val="000000"/>
            </a:solidFill>
            <a:prstDash val="lgDash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7194477" y="1557517"/>
            <a:ext cx="5598160" cy="559816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E8E6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4"/>
          <p:cNvSpPr/>
          <p:nvPr>
            <p:ph idx="6" type="pic"/>
          </p:nvPr>
        </p:nvSpPr>
        <p:spPr>
          <a:xfrm>
            <a:off x="7194475" y="1557525"/>
            <a:ext cx="5598600" cy="559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2" name="Google Shape;222;p14"/>
          <p:cNvSpPr/>
          <p:nvPr/>
        </p:nvSpPr>
        <p:spPr>
          <a:xfrm>
            <a:off x="-1284409" y="2086964"/>
            <a:ext cx="4539488" cy="453948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3F2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"/>
          <p:cNvSpPr/>
          <p:nvPr>
            <p:ph idx="7" type="pic"/>
          </p:nvPr>
        </p:nvSpPr>
        <p:spPr>
          <a:xfrm>
            <a:off x="-1284275" y="2087150"/>
            <a:ext cx="4539300" cy="4539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4" name="Google Shape;224;p14"/>
          <p:cNvSpPr txBox="1"/>
          <p:nvPr>
            <p:ph idx="1" type="subTitle"/>
          </p:nvPr>
        </p:nvSpPr>
        <p:spPr>
          <a:xfrm>
            <a:off x="110155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5" name="Google Shape;225;p14"/>
          <p:cNvSpPr txBox="1"/>
          <p:nvPr>
            <p:ph idx="8" type="subTitle"/>
          </p:nvPr>
        </p:nvSpPr>
        <p:spPr>
          <a:xfrm>
            <a:off x="1250040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6" name="Google Shape;226;p14"/>
          <p:cNvSpPr txBox="1"/>
          <p:nvPr>
            <p:ph idx="9" type="subTitle"/>
          </p:nvPr>
        </p:nvSpPr>
        <p:spPr>
          <a:xfrm>
            <a:off x="6800975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3">
  <p:cSld name="CUSTOM_12">
    <p:bg>
      <p:bgPr>
        <a:solidFill>
          <a:srgbClr val="BAC7E8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 txBox="1"/>
          <p:nvPr>
            <p:ph idx="1" type="subTitle"/>
          </p:nvPr>
        </p:nvSpPr>
        <p:spPr>
          <a:xfrm>
            <a:off x="765925" y="9403950"/>
            <a:ext cx="167562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250"/>
              <a:buNone/>
              <a:defRPr sz="22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9" name="Google Shape;229;p15"/>
          <p:cNvSpPr txBox="1"/>
          <p:nvPr>
            <p:ph type="ctrTitle"/>
          </p:nvPr>
        </p:nvSpPr>
        <p:spPr>
          <a:xfrm>
            <a:off x="-1037400" y="7782288"/>
            <a:ext cx="20362800" cy="14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0250"/>
              <a:buNone/>
              <a:defRPr sz="10250">
                <a:solidFill>
                  <a:srgbClr val="27272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/>
        </p:txBody>
      </p:sp>
      <p:sp>
        <p:nvSpPr>
          <p:cNvPr id="230" name="Google Shape;230;p15"/>
          <p:cNvSpPr/>
          <p:nvPr/>
        </p:nvSpPr>
        <p:spPr>
          <a:xfrm>
            <a:off x="13385806" y="1405197"/>
            <a:ext cx="3801279" cy="6086379"/>
          </a:xfrm>
          <a:custGeom>
            <a:rect b="b" l="l" r="r" t="t"/>
            <a:pathLst>
              <a:path extrusionOk="0" h="1602733" w="1000995">
                <a:moveTo>
                  <a:pt x="81480" y="0"/>
                </a:moveTo>
                <a:lnTo>
                  <a:pt x="919515" y="0"/>
                </a:lnTo>
                <a:cubicBezTo>
                  <a:pt x="964515" y="0"/>
                  <a:pt x="1000995" y="36480"/>
                  <a:pt x="1000995" y="81480"/>
                </a:cubicBezTo>
                <a:lnTo>
                  <a:pt x="1000995" y="1521253"/>
                </a:lnTo>
                <a:cubicBezTo>
                  <a:pt x="1000995" y="1566253"/>
                  <a:pt x="964515" y="1602733"/>
                  <a:pt x="919515" y="1602733"/>
                </a:cubicBezTo>
                <a:lnTo>
                  <a:pt x="81480" y="1602733"/>
                </a:lnTo>
                <a:cubicBezTo>
                  <a:pt x="36480" y="1602733"/>
                  <a:pt x="0" y="1566253"/>
                  <a:pt x="0" y="1521253"/>
                </a:cubicBezTo>
                <a:lnTo>
                  <a:pt x="0" y="81480"/>
                </a:lnTo>
                <a:cubicBezTo>
                  <a:pt x="0" y="36480"/>
                  <a:pt x="36480" y="0"/>
                  <a:pt x="81480" y="0"/>
                </a:cubicBezTo>
                <a:close/>
              </a:path>
            </a:pathLst>
          </a:custGeom>
          <a:solidFill>
            <a:srgbClr val="F3F2EE"/>
          </a:solidFill>
          <a:ln cap="rnd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"/>
          <p:cNvSpPr/>
          <p:nvPr/>
        </p:nvSpPr>
        <p:spPr>
          <a:xfrm>
            <a:off x="9266771" y="1405197"/>
            <a:ext cx="3801279" cy="6086379"/>
          </a:xfrm>
          <a:custGeom>
            <a:rect b="b" l="l" r="r" t="t"/>
            <a:pathLst>
              <a:path extrusionOk="0" h="1602733" w="1000995">
                <a:moveTo>
                  <a:pt x="81480" y="0"/>
                </a:moveTo>
                <a:lnTo>
                  <a:pt x="919515" y="0"/>
                </a:lnTo>
                <a:cubicBezTo>
                  <a:pt x="964515" y="0"/>
                  <a:pt x="1000995" y="36480"/>
                  <a:pt x="1000995" y="81480"/>
                </a:cubicBezTo>
                <a:lnTo>
                  <a:pt x="1000995" y="1521253"/>
                </a:lnTo>
                <a:cubicBezTo>
                  <a:pt x="1000995" y="1566253"/>
                  <a:pt x="964515" y="1602733"/>
                  <a:pt x="919515" y="1602733"/>
                </a:cubicBezTo>
                <a:lnTo>
                  <a:pt x="81480" y="1602733"/>
                </a:lnTo>
                <a:cubicBezTo>
                  <a:pt x="36480" y="1602733"/>
                  <a:pt x="0" y="1566253"/>
                  <a:pt x="0" y="1521253"/>
                </a:cubicBezTo>
                <a:lnTo>
                  <a:pt x="0" y="81480"/>
                </a:lnTo>
                <a:cubicBezTo>
                  <a:pt x="0" y="36480"/>
                  <a:pt x="36480" y="0"/>
                  <a:pt x="81480" y="0"/>
                </a:cubicBezTo>
                <a:close/>
              </a:path>
            </a:pathLst>
          </a:custGeom>
          <a:solidFill>
            <a:srgbClr val="F3F2EE"/>
          </a:solidFill>
          <a:ln cap="rnd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5147735" y="1405197"/>
            <a:ext cx="3801279" cy="6086379"/>
          </a:xfrm>
          <a:custGeom>
            <a:rect b="b" l="l" r="r" t="t"/>
            <a:pathLst>
              <a:path extrusionOk="0" h="1602733" w="1000995">
                <a:moveTo>
                  <a:pt x="81480" y="0"/>
                </a:moveTo>
                <a:lnTo>
                  <a:pt x="919515" y="0"/>
                </a:lnTo>
                <a:cubicBezTo>
                  <a:pt x="964515" y="0"/>
                  <a:pt x="1000995" y="36480"/>
                  <a:pt x="1000995" y="81480"/>
                </a:cubicBezTo>
                <a:lnTo>
                  <a:pt x="1000995" y="1521253"/>
                </a:lnTo>
                <a:cubicBezTo>
                  <a:pt x="1000995" y="1566253"/>
                  <a:pt x="964515" y="1602733"/>
                  <a:pt x="919515" y="1602733"/>
                </a:cubicBezTo>
                <a:lnTo>
                  <a:pt x="81480" y="1602733"/>
                </a:lnTo>
                <a:cubicBezTo>
                  <a:pt x="36480" y="1602733"/>
                  <a:pt x="0" y="1566253"/>
                  <a:pt x="0" y="1521253"/>
                </a:cubicBezTo>
                <a:lnTo>
                  <a:pt x="0" y="81480"/>
                </a:lnTo>
                <a:cubicBezTo>
                  <a:pt x="0" y="36480"/>
                  <a:pt x="36480" y="0"/>
                  <a:pt x="81480" y="0"/>
                </a:cubicBezTo>
                <a:close/>
              </a:path>
            </a:pathLst>
          </a:custGeom>
          <a:solidFill>
            <a:srgbClr val="F3F2EE"/>
          </a:solidFill>
          <a:ln cap="rnd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"/>
          <p:cNvSpPr/>
          <p:nvPr/>
        </p:nvSpPr>
        <p:spPr>
          <a:xfrm>
            <a:off x="1028700" y="1405197"/>
            <a:ext cx="3801279" cy="6086379"/>
          </a:xfrm>
          <a:custGeom>
            <a:rect b="b" l="l" r="r" t="t"/>
            <a:pathLst>
              <a:path extrusionOk="0" h="1602733" w="1000995">
                <a:moveTo>
                  <a:pt x="81480" y="0"/>
                </a:moveTo>
                <a:lnTo>
                  <a:pt x="919515" y="0"/>
                </a:lnTo>
                <a:cubicBezTo>
                  <a:pt x="964515" y="0"/>
                  <a:pt x="1000995" y="36480"/>
                  <a:pt x="1000995" y="81480"/>
                </a:cubicBezTo>
                <a:lnTo>
                  <a:pt x="1000995" y="1521253"/>
                </a:lnTo>
                <a:cubicBezTo>
                  <a:pt x="1000995" y="1566253"/>
                  <a:pt x="964515" y="1602733"/>
                  <a:pt x="919515" y="1602733"/>
                </a:cubicBezTo>
                <a:lnTo>
                  <a:pt x="81480" y="1602733"/>
                </a:lnTo>
                <a:cubicBezTo>
                  <a:pt x="36480" y="1602733"/>
                  <a:pt x="0" y="1566253"/>
                  <a:pt x="0" y="1521253"/>
                </a:cubicBezTo>
                <a:lnTo>
                  <a:pt x="0" y="81480"/>
                </a:lnTo>
                <a:cubicBezTo>
                  <a:pt x="0" y="36480"/>
                  <a:pt x="36480" y="0"/>
                  <a:pt x="81480" y="0"/>
                </a:cubicBezTo>
                <a:close/>
              </a:path>
            </a:pathLst>
          </a:custGeom>
          <a:solidFill>
            <a:srgbClr val="F3F2EE"/>
          </a:solidFill>
          <a:ln cap="rnd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/>
          <p:nvPr>
            <p:ph idx="2" type="pic"/>
          </p:nvPr>
        </p:nvSpPr>
        <p:spPr>
          <a:xfrm>
            <a:off x="1372300" y="1798900"/>
            <a:ext cx="3113400" cy="3951900"/>
          </a:xfrm>
          <a:prstGeom prst="roundRect">
            <a:avLst>
              <a:gd fmla="val 12116" name="adj"/>
            </a:avLst>
          </a:prstGeom>
          <a:noFill/>
          <a:ln>
            <a:noFill/>
          </a:ln>
        </p:spPr>
      </p:sp>
      <p:sp>
        <p:nvSpPr>
          <p:cNvPr id="235" name="Google Shape;235;p15"/>
          <p:cNvSpPr/>
          <p:nvPr>
            <p:ph idx="3" type="pic"/>
          </p:nvPr>
        </p:nvSpPr>
        <p:spPr>
          <a:xfrm>
            <a:off x="5491675" y="1798900"/>
            <a:ext cx="3113400" cy="3951900"/>
          </a:xfrm>
          <a:prstGeom prst="roundRect">
            <a:avLst>
              <a:gd fmla="val 12116" name="adj"/>
            </a:avLst>
          </a:prstGeom>
          <a:noFill/>
          <a:ln>
            <a:noFill/>
          </a:ln>
        </p:spPr>
      </p:sp>
      <p:sp>
        <p:nvSpPr>
          <p:cNvPr id="236" name="Google Shape;236;p15"/>
          <p:cNvSpPr/>
          <p:nvPr>
            <p:ph idx="4" type="pic"/>
          </p:nvPr>
        </p:nvSpPr>
        <p:spPr>
          <a:xfrm>
            <a:off x="9589050" y="1798900"/>
            <a:ext cx="3113400" cy="3951900"/>
          </a:xfrm>
          <a:prstGeom prst="roundRect">
            <a:avLst>
              <a:gd fmla="val 12116" name="adj"/>
            </a:avLst>
          </a:prstGeom>
          <a:noFill/>
          <a:ln>
            <a:noFill/>
          </a:ln>
        </p:spPr>
      </p:sp>
      <p:sp>
        <p:nvSpPr>
          <p:cNvPr id="237" name="Google Shape;237;p15"/>
          <p:cNvSpPr/>
          <p:nvPr>
            <p:ph idx="5" type="pic"/>
          </p:nvPr>
        </p:nvSpPr>
        <p:spPr>
          <a:xfrm>
            <a:off x="13686425" y="1798900"/>
            <a:ext cx="3113400" cy="3951900"/>
          </a:xfrm>
          <a:prstGeom prst="roundRect">
            <a:avLst>
              <a:gd fmla="val 12116" name="adj"/>
            </a:avLst>
          </a:prstGeom>
          <a:noFill/>
          <a:ln>
            <a:noFill/>
          </a:ln>
        </p:spPr>
      </p:sp>
      <p:sp>
        <p:nvSpPr>
          <p:cNvPr id="238" name="Google Shape;238;p15"/>
          <p:cNvSpPr txBox="1"/>
          <p:nvPr>
            <p:ph idx="6" type="subTitle"/>
          </p:nvPr>
        </p:nvSpPr>
        <p:spPr>
          <a:xfrm>
            <a:off x="110155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9" name="Google Shape;239;p15"/>
          <p:cNvSpPr txBox="1"/>
          <p:nvPr>
            <p:ph idx="7" type="subTitle"/>
          </p:nvPr>
        </p:nvSpPr>
        <p:spPr>
          <a:xfrm>
            <a:off x="1250040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0" name="Google Shape;240;p15"/>
          <p:cNvSpPr txBox="1"/>
          <p:nvPr>
            <p:ph idx="8" type="subTitle"/>
          </p:nvPr>
        </p:nvSpPr>
        <p:spPr>
          <a:xfrm>
            <a:off x="6800975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1" name="Google Shape;241;p15"/>
          <p:cNvSpPr txBox="1"/>
          <p:nvPr>
            <p:ph idx="9" type="title"/>
          </p:nvPr>
        </p:nvSpPr>
        <p:spPr>
          <a:xfrm>
            <a:off x="1214550" y="6131725"/>
            <a:ext cx="3429000" cy="82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42" name="Google Shape;242;p15"/>
          <p:cNvSpPr txBox="1"/>
          <p:nvPr>
            <p:ph idx="13" type="title"/>
          </p:nvPr>
        </p:nvSpPr>
        <p:spPr>
          <a:xfrm>
            <a:off x="5333875" y="6131725"/>
            <a:ext cx="3429000" cy="82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43" name="Google Shape;243;p15"/>
          <p:cNvSpPr txBox="1"/>
          <p:nvPr>
            <p:ph idx="14" type="title"/>
          </p:nvPr>
        </p:nvSpPr>
        <p:spPr>
          <a:xfrm>
            <a:off x="9452913" y="6131725"/>
            <a:ext cx="3429000" cy="82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44" name="Google Shape;244;p15"/>
          <p:cNvSpPr txBox="1"/>
          <p:nvPr>
            <p:ph idx="15" type="title"/>
          </p:nvPr>
        </p:nvSpPr>
        <p:spPr>
          <a:xfrm>
            <a:off x="13571938" y="6131725"/>
            <a:ext cx="3429000" cy="82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4">
  <p:cSld name="CUSTOM_13">
    <p:bg>
      <p:bgPr>
        <a:solidFill>
          <a:srgbClr val="699D7D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16"/>
          <p:cNvGrpSpPr/>
          <p:nvPr/>
        </p:nvGrpSpPr>
        <p:grpSpPr>
          <a:xfrm>
            <a:off x="-756697" y="1642935"/>
            <a:ext cx="11159936" cy="1702910"/>
            <a:chOff x="0" y="-47625"/>
            <a:chExt cx="2939223" cy="448500"/>
          </a:xfrm>
        </p:grpSpPr>
        <p:sp>
          <p:nvSpPr>
            <p:cNvPr id="247" name="Google Shape;247;p16"/>
            <p:cNvSpPr/>
            <p:nvPr/>
          </p:nvSpPr>
          <p:spPr>
            <a:xfrm>
              <a:off x="0" y="0"/>
              <a:ext cx="2939223" cy="400811"/>
            </a:xfrm>
            <a:custGeom>
              <a:rect b="b" l="l" r="r" t="t"/>
              <a:pathLst>
                <a:path extrusionOk="0" h="400811" w="2939223">
                  <a:moveTo>
                    <a:pt x="27749" y="0"/>
                  </a:moveTo>
                  <a:lnTo>
                    <a:pt x="2911474" y="0"/>
                  </a:lnTo>
                  <a:cubicBezTo>
                    <a:pt x="2918833" y="0"/>
                    <a:pt x="2925891" y="2924"/>
                    <a:pt x="2931095" y="8128"/>
                  </a:cubicBezTo>
                  <a:cubicBezTo>
                    <a:pt x="2936299" y="13332"/>
                    <a:pt x="2939223" y="20390"/>
                    <a:pt x="2939223" y="27749"/>
                  </a:cubicBezTo>
                  <a:lnTo>
                    <a:pt x="2939223" y="373061"/>
                  </a:lnTo>
                  <a:cubicBezTo>
                    <a:pt x="2939223" y="380421"/>
                    <a:pt x="2936299" y="387479"/>
                    <a:pt x="2931095" y="392683"/>
                  </a:cubicBezTo>
                  <a:cubicBezTo>
                    <a:pt x="2925891" y="397887"/>
                    <a:pt x="2918833" y="400811"/>
                    <a:pt x="2911474" y="400811"/>
                  </a:cubicBezTo>
                  <a:lnTo>
                    <a:pt x="27749" y="400811"/>
                  </a:lnTo>
                  <a:cubicBezTo>
                    <a:pt x="20390" y="400811"/>
                    <a:pt x="13332" y="397887"/>
                    <a:pt x="8128" y="392683"/>
                  </a:cubicBezTo>
                  <a:cubicBezTo>
                    <a:pt x="2924" y="387479"/>
                    <a:pt x="0" y="380421"/>
                    <a:pt x="0" y="373061"/>
                  </a:cubicBezTo>
                  <a:lnTo>
                    <a:pt x="0" y="27749"/>
                  </a:lnTo>
                  <a:cubicBezTo>
                    <a:pt x="0" y="20390"/>
                    <a:pt x="2924" y="13332"/>
                    <a:pt x="8128" y="8128"/>
                  </a:cubicBezTo>
                  <a:cubicBezTo>
                    <a:pt x="13332" y="2924"/>
                    <a:pt x="20390" y="0"/>
                    <a:pt x="27749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6"/>
            <p:cNvSpPr txBox="1"/>
            <p:nvPr/>
          </p:nvSpPr>
          <p:spPr>
            <a:xfrm>
              <a:off x="0" y="-47625"/>
              <a:ext cx="2939100" cy="4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16"/>
          <p:cNvSpPr txBox="1"/>
          <p:nvPr>
            <p:ph type="ctrTitle"/>
          </p:nvPr>
        </p:nvSpPr>
        <p:spPr>
          <a:xfrm>
            <a:off x="1154500" y="1952550"/>
            <a:ext cx="89022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6750"/>
              <a:buNone/>
              <a:defRPr sz="6750">
                <a:solidFill>
                  <a:srgbClr val="272727"/>
                </a:solidFill>
              </a:defRPr>
            </a:lvl1pPr>
            <a:lvl2pPr lvl="1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/>
        </p:txBody>
      </p:sp>
      <p:sp>
        <p:nvSpPr>
          <p:cNvPr id="250" name="Google Shape;250;p16"/>
          <p:cNvSpPr/>
          <p:nvPr/>
        </p:nvSpPr>
        <p:spPr>
          <a:xfrm>
            <a:off x="-756697" y="7813167"/>
            <a:ext cx="11599104" cy="1521839"/>
          </a:xfrm>
          <a:custGeom>
            <a:rect b="b" l="l" r="r" t="t"/>
            <a:pathLst>
              <a:path extrusionOk="0" h="400811" w="3054888">
                <a:moveTo>
                  <a:pt x="26699" y="0"/>
                </a:moveTo>
                <a:lnTo>
                  <a:pt x="3028190" y="0"/>
                </a:lnTo>
                <a:cubicBezTo>
                  <a:pt x="3035271" y="0"/>
                  <a:pt x="3042062" y="2813"/>
                  <a:pt x="3047068" y="7820"/>
                </a:cubicBezTo>
                <a:cubicBezTo>
                  <a:pt x="3052076" y="12827"/>
                  <a:pt x="3054888" y="19618"/>
                  <a:pt x="3054888" y="26699"/>
                </a:cubicBezTo>
                <a:lnTo>
                  <a:pt x="3054888" y="374112"/>
                </a:lnTo>
                <a:cubicBezTo>
                  <a:pt x="3054888" y="388857"/>
                  <a:pt x="3042935" y="400811"/>
                  <a:pt x="3028190" y="400811"/>
                </a:cubicBezTo>
                <a:lnTo>
                  <a:pt x="26699" y="400811"/>
                </a:lnTo>
                <a:cubicBezTo>
                  <a:pt x="11953" y="400811"/>
                  <a:pt x="0" y="388857"/>
                  <a:pt x="0" y="374112"/>
                </a:cubicBezTo>
                <a:lnTo>
                  <a:pt x="0" y="26699"/>
                </a:lnTo>
                <a:cubicBezTo>
                  <a:pt x="0" y="19618"/>
                  <a:pt x="2813" y="12827"/>
                  <a:pt x="7820" y="7820"/>
                </a:cubicBezTo>
                <a:cubicBezTo>
                  <a:pt x="12827" y="2813"/>
                  <a:pt x="19618" y="0"/>
                  <a:pt x="26699" y="0"/>
                </a:cubicBezTo>
                <a:close/>
              </a:path>
            </a:pathLst>
          </a:custGeom>
          <a:solidFill>
            <a:srgbClr val="F3F2EE"/>
          </a:solidFill>
          <a:ln cap="rnd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1" name="Google Shape;251;p16"/>
          <p:cNvGrpSpPr/>
          <p:nvPr/>
        </p:nvGrpSpPr>
        <p:grpSpPr>
          <a:xfrm>
            <a:off x="8856206" y="4637637"/>
            <a:ext cx="9744827" cy="1702910"/>
            <a:chOff x="0" y="-47625"/>
            <a:chExt cx="2566522" cy="448500"/>
          </a:xfrm>
        </p:grpSpPr>
        <p:sp>
          <p:nvSpPr>
            <p:cNvPr id="252" name="Google Shape;252;p16"/>
            <p:cNvSpPr/>
            <p:nvPr/>
          </p:nvSpPr>
          <p:spPr>
            <a:xfrm>
              <a:off x="0" y="0"/>
              <a:ext cx="2566522" cy="400811"/>
            </a:xfrm>
            <a:custGeom>
              <a:rect b="b" l="l" r="r" t="t"/>
              <a:pathLst>
                <a:path extrusionOk="0" h="400811" w="2566522">
                  <a:moveTo>
                    <a:pt x="31779" y="0"/>
                  </a:moveTo>
                  <a:lnTo>
                    <a:pt x="2534743" y="0"/>
                  </a:lnTo>
                  <a:cubicBezTo>
                    <a:pt x="2543172" y="0"/>
                    <a:pt x="2551255" y="3348"/>
                    <a:pt x="2557214" y="9308"/>
                  </a:cubicBezTo>
                  <a:cubicBezTo>
                    <a:pt x="2563174" y="15267"/>
                    <a:pt x="2566522" y="23351"/>
                    <a:pt x="2566522" y="31779"/>
                  </a:cubicBezTo>
                  <a:lnTo>
                    <a:pt x="2566522" y="369032"/>
                  </a:lnTo>
                  <a:cubicBezTo>
                    <a:pt x="2566522" y="377460"/>
                    <a:pt x="2563174" y="385543"/>
                    <a:pt x="2557214" y="391503"/>
                  </a:cubicBezTo>
                  <a:cubicBezTo>
                    <a:pt x="2551255" y="397463"/>
                    <a:pt x="2543172" y="400811"/>
                    <a:pt x="2534743" y="400811"/>
                  </a:cubicBezTo>
                  <a:lnTo>
                    <a:pt x="31779" y="400811"/>
                  </a:lnTo>
                  <a:cubicBezTo>
                    <a:pt x="14228" y="400811"/>
                    <a:pt x="0" y="386583"/>
                    <a:pt x="0" y="369032"/>
                  </a:cubicBezTo>
                  <a:lnTo>
                    <a:pt x="0" y="31779"/>
                  </a:lnTo>
                  <a:cubicBezTo>
                    <a:pt x="0" y="14228"/>
                    <a:pt x="14228" y="0"/>
                    <a:pt x="31779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6"/>
            <p:cNvSpPr txBox="1"/>
            <p:nvPr/>
          </p:nvSpPr>
          <p:spPr>
            <a:xfrm>
              <a:off x="0" y="-47625"/>
              <a:ext cx="2566500" cy="4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16"/>
          <p:cNvSpPr txBox="1"/>
          <p:nvPr>
            <p:ph idx="1" type="subTitle"/>
          </p:nvPr>
        </p:nvSpPr>
        <p:spPr>
          <a:xfrm>
            <a:off x="110155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5" name="Google Shape;255;p16"/>
          <p:cNvSpPr txBox="1"/>
          <p:nvPr>
            <p:ph idx="2" type="subTitle"/>
          </p:nvPr>
        </p:nvSpPr>
        <p:spPr>
          <a:xfrm>
            <a:off x="1250040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6" name="Google Shape;256;p16"/>
          <p:cNvSpPr txBox="1"/>
          <p:nvPr>
            <p:ph idx="3" type="subTitle"/>
          </p:nvPr>
        </p:nvSpPr>
        <p:spPr>
          <a:xfrm>
            <a:off x="6800975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7" name="Google Shape;257;p16"/>
          <p:cNvSpPr txBox="1"/>
          <p:nvPr>
            <p:ph idx="4" type="ctrTitle"/>
          </p:nvPr>
        </p:nvSpPr>
        <p:spPr>
          <a:xfrm>
            <a:off x="1154500" y="7974063"/>
            <a:ext cx="89022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6750"/>
              <a:buNone/>
              <a:defRPr sz="6750">
                <a:solidFill>
                  <a:srgbClr val="272727"/>
                </a:solidFill>
              </a:defRPr>
            </a:lvl1pPr>
            <a:lvl2pPr lvl="1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/>
        </p:txBody>
      </p:sp>
      <p:sp>
        <p:nvSpPr>
          <p:cNvPr id="258" name="Google Shape;258;p16"/>
          <p:cNvSpPr txBox="1"/>
          <p:nvPr>
            <p:ph idx="5" type="ctrTitle"/>
          </p:nvPr>
        </p:nvSpPr>
        <p:spPr>
          <a:xfrm>
            <a:off x="8284200" y="4998156"/>
            <a:ext cx="89022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6750"/>
              <a:buNone/>
              <a:defRPr sz="6750">
                <a:solidFill>
                  <a:srgbClr val="272727"/>
                </a:solidFill>
              </a:defRPr>
            </a:lvl1pPr>
            <a:lvl2pPr lvl="1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/>
        </p:txBody>
      </p:sp>
      <p:sp>
        <p:nvSpPr>
          <p:cNvPr id="259" name="Google Shape;259;p16"/>
          <p:cNvSpPr txBox="1"/>
          <p:nvPr>
            <p:ph idx="6" type="body"/>
          </p:nvPr>
        </p:nvSpPr>
        <p:spPr>
          <a:xfrm>
            <a:off x="11486975" y="7972900"/>
            <a:ext cx="56994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71475" lvl="0" marL="4572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indent="-371475" lvl="1" marL="9144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–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indent="-371475" lvl="2" marL="13716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indent="-371475" lvl="3" marL="18288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–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indent="-371475" lvl="4" marL="22860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»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indent="-371475" lvl="5" marL="27432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indent="-371475" lvl="6" marL="32004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indent="-371475" lvl="7" marL="36576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indent="-371475" lvl="8" marL="41148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5">
  <p:cSld name="CUSTOM_14">
    <p:bg>
      <p:bgPr>
        <a:solidFill>
          <a:srgbClr val="E8E69D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"/>
          <p:cNvSpPr txBox="1"/>
          <p:nvPr>
            <p:ph idx="1" type="body"/>
          </p:nvPr>
        </p:nvSpPr>
        <p:spPr>
          <a:xfrm>
            <a:off x="1101550" y="7972900"/>
            <a:ext cx="7808400" cy="14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71475" lvl="0" marL="4572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indent="-371475" lvl="1" marL="9144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–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indent="-371475" lvl="2" marL="13716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indent="-371475" lvl="3" marL="18288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–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indent="-371475" lvl="4" marL="22860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»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indent="-371475" lvl="5" marL="27432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indent="-371475" lvl="6" marL="32004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indent="-371475" lvl="7" marL="36576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indent="-371475" lvl="8" marL="41148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grpSp>
        <p:nvGrpSpPr>
          <p:cNvPr id="262" name="Google Shape;262;p17"/>
          <p:cNvGrpSpPr/>
          <p:nvPr/>
        </p:nvGrpSpPr>
        <p:grpSpPr>
          <a:xfrm>
            <a:off x="9534487" y="-180827"/>
            <a:ext cx="8753753" cy="10468053"/>
            <a:chOff x="0" y="-47625"/>
            <a:chExt cx="2305500" cy="2757000"/>
          </a:xfrm>
        </p:grpSpPr>
        <p:sp>
          <p:nvSpPr>
            <p:cNvPr id="263" name="Google Shape;263;p17"/>
            <p:cNvSpPr/>
            <p:nvPr/>
          </p:nvSpPr>
          <p:spPr>
            <a:xfrm>
              <a:off x="0" y="0"/>
              <a:ext cx="2305452" cy="2709333"/>
            </a:xfrm>
            <a:custGeom>
              <a:rect b="b" l="l" r="r" t="t"/>
              <a:pathLst>
                <a:path extrusionOk="0" h="2709333" w="2305452">
                  <a:moveTo>
                    <a:pt x="0" y="0"/>
                  </a:moveTo>
                  <a:lnTo>
                    <a:pt x="2305452" y="0"/>
                  </a:lnTo>
                  <a:lnTo>
                    <a:pt x="230545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3F2EE"/>
            </a:solidFill>
            <a:ln>
              <a:noFill/>
            </a:ln>
          </p:spPr>
        </p:sp>
        <p:sp>
          <p:nvSpPr>
            <p:cNvPr id="264" name="Google Shape;264;p17"/>
            <p:cNvSpPr txBox="1"/>
            <p:nvPr/>
          </p:nvSpPr>
          <p:spPr>
            <a:xfrm>
              <a:off x="0" y="-47625"/>
              <a:ext cx="2305500" cy="27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17"/>
          <p:cNvSpPr/>
          <p:nvPr/>
        </p:nvSpPr>
        <p:spPr>
          <a:xfrm>
            <a:off x="10380818" y="2322927"/>
            <a:ext cx="4609308" cy="460930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699D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7"/>
          <p:cNvSpPr/>
          <p:nvPr>
            <p:ph idx="2" type="pic"/>
          </p:nvPr>
        </p:nvSpPr>
        <p:spPr>
          <a:xfrm>
            <a:off x="9485325" y="0"/>
            <a:ext cx="8802900" cy="102873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17"/>
          <p:cNvSpPr txBox="1"/>
          <p:nvPr>
            <p:ph type="ctrTitle"/>
          </p:nvPr>
        </p:nvSpPr>
        <p:spPr>
          <a:xfrm>
            <a:off x="1101550" y="3846025"/>
            <a:ext cx="7133700" cy="3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7850"/>
              <a:buNone/>
              <a:defRPr sz="7850">
                <a:solidFill>
                  <a:srgbClr val="272727"/>
                </a:solidFill>
              </a:defRPr>
            </a:lvl1pPr>
            <a:lvl2pPr lvl="1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/>
        </p:txBody>
      </p:sp>
      <p:sp>
        <p:nvSpPr>
          <p:cNvPr id="268" name="Google Shape;268;p17"/>
          <p:cNvSpPr txBox="1"/>
          <p:nvPr/>
        </p:nvSpPr>
        <p:spPr>
          <a:xfrm>
            <a:off x="923925" y="915614"/>
            <a:ext cx="3733800" cy="29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38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01</a:t>
            </a:r>
            <a:endParaRPr/>
          </a:p>
        </p:txBody>
      </p:sp>
      <p:cxnSp>
        <p:nvCxnSpPr>
          <p:cNvPr id="269" name="Google Shape;269;p17"/>
          <p:cNvCxnSpPr/>
          <p:nvPr/>
        </p:nvCxnSpPr>
        <p:spPr>
          <a:xfrm>
            <a:off x="4014822" y="2560886"/>
            <a:ext cx="5519700" cy="0"/>
          </a:xfrm>
          <a:prstGeom prst="straightConnector1">
            <a:avLst/>
          </a:prstGeom>
          <a:noFill/>
          <a:ln cap="flat" cmpd="sng" w="47625">
            <a:solidFill>
              <a:srgbClr val="27272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0" name="Google Shape;270;p17"/>
          <p:cNvSpPr txBox="1"/>
          <p:nvPr>
            <p:ph idx="3" type="subTitle"/>
          </p:nvPr>
        </p:nvSpPr>
        <p:spPr>
          <a:xfrm>
            <a:off x="110155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1" name="Google Shape;271;p17"/>
          <p:cNvSpPr txBox="1"/>
          <p:nvPr>
            <p:ph idx="4" type="subTitle"/>
          </p:nvPr>
        </p:nvSpPr>
        <p:spPr>
          <a:xfrm>
            <a:off x="6800975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2" name="Google Shape;272;p17"/>
          <p:cNvSpPr txBox="1"/>
          <p:nvPr>
            <p:ph idx="5" type="subTitle"/>
          </p:nvPr>
        </p:nvSpPr>
        <p:spPr>
          <a:xfrm>
            <a:off x="1250040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6">
  <p:cSld name="CUSTOM_15">
    <p:bg>
      <p:bgPr>
        <a:solidFill>
          <a:srgbClr val="F3F2EE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"/>
          <p:cNvSpPr/>
          <p:nvPr/>
        </p:nvSpPr>
        <p:spPr>
          <a:xfrm>
            <a:off x="1262973" y="0"/>
            <a:ext cx="10287041" cy="10287041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BAC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8"/>
          <p:cNvSpPr/>
          <p:nvPr>
            <p:ph idx="2" type="pic"/>
          </p:nvPr>
        </p:nvSpPr>
        <p:spPr>
          <a:xfrm>
            <a:off x="-19725" y="100"/>
            <a:ext cx="6406500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18"/>
          <p:cNvSpPr txBox="1"/>
          <p:nvPr>
            <p:ph idx="1" type="body"/>
          </p:nvPr>
        </p:nvSpPr>
        <p:spPr>
          <a:xfrm>
            <a:off x="9378000" y="8273775"/>
            <a:ext cx="7808400" cy="14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71475" lvl="0" marL="4572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indent="-371475" lvl="1" marL="9144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–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indent="-371475" lvl="2" marL="13716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indent="-371475" lvl="3" marL="18288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–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indent="-371475" lvl="4" marL="22860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»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indent="-371475" lvl="5" marL="27432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indent="-371475" lvl="6" marL="32004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indent="-371475" lvl="7" marL="36576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indent="-371475" lvl="8" marL="41148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2250"/>
              <a:buFont typeface="Bricolage Grotesque"/>
              <a:buChar char="•"/>
              <a:defRPr i="0" sz="225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277" name="Google Shape;277;p18"/>
          <p:cNvSpPr txBox="1"/>
          <p:nvPr/>
        </p:nvSpPr>
        <p:spPr>
          <a:xfrm>
            <a:off x="13525529" y="1272569"/>
            <a:ext cx="3733800" cy="29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38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02</a:t>
            </a:r>
            <a:endParaRPr/>
          </a:p>
        </p:txBody>
      </p:sp>
      <p:cxnSp>
        <p:nvCxnSpPr>
          <p:cNvPr id="278" name="Google Shape;278;p18"/>
          <p:cNvCxnSpPr/>
          <p:nvPr/>
        </p:nvCxnSpPr>
        <p:spPr>
          <a:xfrm>
            <a:off x="6406473" y="2734821"/>
            <a:ext cx="7119000" cy="0"/>
          </a:xfrm>
          <a:prstGeom prst="straightConnector1">
            <a:avLst/>
          </a:prstGeom>
          <a:noFill/>
          <a:ln cap="flat" cmpd="sng" w="47625">
            <a:solidFill>
              <a:srgbClr val="27272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9" name="Google Shape;279;p18"/>
          <p:cNvSpPr txBox="1"/>
          <p:nvPr>
            <p:ph idx="3" type="subTitle"/>
          </p:nvPr>
        </p:nvSpPr>
        <p:spPr>
          <a:xfrm>
            <a:off x="110155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0" name="Google Shape;280;p18"/>
          <p:cNvSpPr txBox="1"/>
          <p:nvPr>
            <p:ph idx="4" type="subTitle"/>
          </p:nvPr>
        </p:nvSpPr>
        <p:spPr>
          <a:xfrm>
            <a:off x="1250040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1" name="Google Shape;281;p18"/>
          <p:cNvSpPr txBox="1"/>
          <p:nvPr>
            <p:ph idx="5" type="subTitle"/>
          </p:nvPr>
        </p:nvSpPr>
        <p:spPr>
          <a:xfrm>
            <a:off x="6800975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2" name="Google Shape;282;p18"/>
          <p:cNvSpPr txBox="1"/>
          <p:nvPr>
            <p:ph type="ctrTitle"/>
          </p:nvPr>
        </p:nvSpPr>
        <p:spPr>
          <a:xfrm>
            <a:off x="10052700" y="3990213"/>
            <a:ext cx="7133700" cy="3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7850"/>
              <a:buNone/>
              <a:defRPr sz="7850">
                <a:solidFill>
                  <a:srgbClr val="272727"/>
                </a:solidFill>
              </a:defRPr>
            </a:lvl1pPr>
            <a:lvl2pPr lvl="1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7">
  <p:cSld name="CUSTOM_16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"/>
          <p:cNvSpPr/>
          <p:nvPr/>
        </p:nvSpPr>
        <p:spPr>
          <a:xfrm>
            <a:off x="-1193091" y="4482641"/>
            <a:ext cx="20674318" cy="5171199"/>
          </a:xfrm>
          <a:custGeom>
            <a:rect b="b" l="l" r="r" t="t"/>
            <a:pathLst>
              <a:path extrusionOk="0" h="1361953" w="5445052">
                <a:moveTo>
                  <a:pt x="14979" y="0"/>
                </a:moveTo>
                <a:lnTo>
                  <a:pt x="5430073" y="0"/>
                </a:lnTo>
                <a:cubicBezTo>
                  <a:pt x="5434046" y="0"/>
                  <a:pt x="5437856" y="1578"/>
                  <a:pt x="5440665" y="4387"/>
                </a:cubicBezTo>
                <a:cubicBezTo>
                  <a:pt x="5443474" y="7196"/>
                  <a:pt x="5445052" y="11006"/>
                  <a:pt x="5445052" y="14979"/>
                </a:cubicBezTo>
                <a:lnTo>
                  <a:pt x="5445052" y="1346974"/>
                </a:lnTo>
                <a:cubicBezTo>
                  <a:pt x="5445052" y="1350946"/>
                  <a:pt x="5443474" y="1354756"/>
                  <a:pt x="5440665" y="1357565"/>
                </a:cubicBezTo>
                <a:cubicBezTo>
                  <a:pt x="5437856" y="1360374"/>
                  <a:pt x="5434046" y="1361953"/>
                  <a:pt x="5430073" y="1361953"/>
                </a:cubicBezTo>
                <a:lnTo>
                  <a:pt x="14979" y="1361953"/>
                </a:lnTo>
                <a:cubicBezTo>
                  <a:pt x="11006" y="1361953"/>
                  <a:pt x="7196" y="1360374"/>
                  <a:pt x="4387" y="1357565"/>
                </a:cubicBezTo>
                <a:cubicBezTo>
                  <a:pt x="1578" y="1354756"/>
                  <a:pt x="0" y="1350946"/>
                  <a:pt x="0" y="1346974"/>
                </a:cubicBezTo>
                <a:lnTo>
                  <a:pt x="0" y="14979"/>
                </a:lnTo>
                <a:cubicBezTo>
                  <a:pt x="0" y="11006"/>
                  <a:pt x="1578" y="7196"/>
                  <a:pt x="4387" y="4387"/>
                </a:cubicBezTo>
                <a:cubicBezTo>
                  <a:pt x="7196" y="1578"/>
                  <a:pt x="11006" y="0"/>
                  <a:pt x="14979" y="0"/>
                </a:cubicBezTo>
                <a:close/>
              </a:path>
            </a:pathLst>
          </a:custGeom>
          <a:solidFill>
            <a:srgbClr val="F3F2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9"/>
          <p:cNvSpPr txBox="1"/>
          <p:nvPr>
            <p:ph idx="1" type="body"/>
          </p:nvPr>
        </p:nvSpPr>
        <p:spPr>
          <a:xfrm>
            <a:off x="11807600" y="5387616"/>
            <a:ext cx="59043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28625" lvl="0" marL="4572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1pPr>
            <a:lvl2pPr indent="-428625" lvl="1" marL="9144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–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2pPr>
            <a:lvl3pPr indent="-428625" lvl="2" marL="13716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3pPr>
            <a:lvl4pPr indent="-428625" lvl="3" marL="18288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–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4pPr>
            <a:lvl5pPr indent="-428625" lvl="4" marL="22860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»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5pPr>
            <a:lvl6pPr indent="-428625" lvl="5" marL="27432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6pPr>
            <a:lvl7pPr indent="-428625" lvl="6" marL="32004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7pPr>
            <a:lvl8pPr indent="-428625" lvl="7" marL="36576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8pPr>
            <a:lvl9pPr indent="-428625" lvl="8" marL="41148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9pPr>
          </a:lstStyle>
          <a:p/>
        </p:txBody>
      </p:sp>
      <p:sp>
        <p:nvSpPr>
          <p:cNvPr id="286" name="Google Shape;286;p19"/>
          <p:cNvSpPr txBox="1"/>
          <p:nvPr>
            <p:ph idx="2" type="subTitle"/>
          </p:nvPr>
        </p:nvSpPr>
        <p:spPr>
          <a:xfrm>
            <a:off x="11807605" y="4875843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250"/>
              <a:buNone/>
              <a:defRPr sz="22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7" name="Google Shape;287;p19"/>
          <p:cNvSpPr txBox="1"/>
          <p:nvPr>
            <p:ph idx="3" type="body"/>
          </p:nvPr>
        </p:nvSpPr>
        <p:spPr>
          <a:xfrm>
            <a:off x="11807600" y="7062066"/>
            <a:ext cx="59043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28625" lvl="0" marL="4572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1pPr>
            <a:lvl2pPr indent="-428625" lvl="1" marL="9144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–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2pPr>
            <a:lvl3pPr indent="-428625" lvl="2" marL="13716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3pPr>
            <a:lvl4pPr indent="-428625" lvl="3" marL="18288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–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4pPr>
            <a:lvl5pPr indent="-428625" lvl="4" marL="22860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»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5pPr>
            <a:lvl6pPr indent="-428625" lvl="5" marL="27432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6pPr>
            <a:lvl7pPr indent="-428625" lvl="6" marL="32004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7pPr>
            <a:lvl8pPr indent="-428625" lvl="7" marL="36576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8pPr>
            <a:lvl9pPr indent="-428625" lvl="8" marL="41148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9pPr>
          </a:lstStyle>
          <a:p/>
        </p:txBody>
      </p:sp>
      <p:sp>
        <p:nvSpPr>
          <p:cNvPr id="288" name="Google Shape;288;p19"/>
          <p:cNvSpPr txBox="1"/>
          <p:nvPr>
            <p:ph idx="4" type="subTitle"/>
          </p:nvPr>
        </p:nvSpPr>
        <p:spPr>
          <a:xfrm>
            <a:off x="11807605" y="6550293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250"/>
              <a:buNone/>
              <a:defRPr sz="22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9" name="Google Shape;289;p19"/>
          <p:cNvSpPr txBox="1"/>
          <p:nvPr>
            <p:ph idx="5" type="body"/>
          </p:nvPr>
        </p:nvSpPr>
        <p:spPr>
          <a:xfrm>
            <a:off x="11807600" y="8736516"/>
            <a:ext cx="59043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28625" lvl="0" marL="4572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1pPr>
            <a:lvl2pPr indent="-428625" lvl="1" marL="9144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–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2pPr>
            <a:lvl3pPr indent="-428625" lvl="2" marL="13716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3pPr>
            <a:lvl4pPr indent="-428625" lvl="3" marL="18288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–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4pPr>
            <a:lvl5pPr indent="-428625" lvl="4" marL="22860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»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5pPr>
            <a:lvl6pPr indent="-428625" lvl="5" marL="27432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6pPr>
            <a:lvl7pPr indent="-428625" lvl="6" marL="32004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7pPr>
            <a:lvl8pPr indent="-428625" lvl="7" marL="36576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8pPr>
            <a:lvl9pPr indent="-428625" lvl="8" marL="4114800" marR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150"/>
              <a:buFont typeface="Rhodium Libre"/>
              <a:buChar char="•"/>
              <a:defRPr i="0" sz="315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9pPr>
          </a:lstStyle>
          <a:p/>
        </p:txBody>
      </p:sp>
      <p:sp>
        <p:nvSpPr>
          <p:cNvPr id="290" name="Google Shape;290;p19"/>
          <p:cNvSpPr txBox="1"/>
          <p:nvPr>
            <p:ph idx="6" type="subTitle"/>
          </p:nvPr>
        </p:nvSpPr>
        <p:spPr>
          <a:xfrm>
            <a:off x="11807605" y="8224743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250"/>
              <a:buNone/>
              <a:defRPr sz="22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1" name="Google Shape;291;p19"/>
          <p:cNvSpPr/>
          <p:nvPr>
            <p:ph idx="7" type="pic"/>
          </p:nvPr>
        </p:nvSpPr>
        <p:spPr>
          <a:xfrm>
            <a:off x="150" y="14300"/>
            <a:ext cx="18288000" cy="4447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92" name="Google Shape;292;p19"/>
          <p:cNvCxnSpPr/>
          <p:nvPr/>
        </p:nvCxnSpPr>
        <p:spPr>
          <a:xfrm>
            <a:off x="0" y="4496928"/>
            <a:ext cx="18926700" cy="0"/>
          </a:xfrm>
          <a:prstGeom prst="straightConnector1">
            <a:avLst/>
          </a:prstGeom>
          <a:noFill/>
          <a:ln cap="flat" cmpd="sng" w="47625">
            <a:solidFill>
              <a:srgbClr val="272727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3" name="Google Shape;293;p19"/>
          <p:cNvCxnSpPr/>
          <p:nvPr/>
        </p:nvCxnSpPr>
        <p:spPr>
          <a:xfrm>
            <a:off x="0" y="9677616"/>
            <a:ext cx="18926700" cy="0"/>
          </a:xfrm>
          <a:prstGeom prst="straightConnector1">
            <a:avLst/>
          </a:prstGeom>
          <a:noFill/>
          <a:ln cap="flat" cmpd="sng" w="47625">
            <a:solidFill>
              <a:srgbClr val="27272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4" name="Google Shape;294;p19"/>
          <p:cNvSpPr txBox="1"/>
          <p:nvPr>
            <p:ph idx="8" type="subTitle"/>
          </p:nvPr>
        </p:nvSpPr>
        <p:spPr>
          <a:xfrm>
            <a:off x="110155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5" name="Google Shape;295;p19"/>
          <p:cNvSpPr txBox="1"/>
          <p:nvPr>
            <p:ph idx="9" type="subTitle"/>
          </p:nvPr>
        </p:nvSpPr>
        <p:spPr>
          <a:xfrm>
            <a:off x="1250040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6" name="Google Shape;296;p19"/>
          <p:cNvSpPr txBox="1"/>
          <p:nvPr>
            <p:ph idx="13" type="subTitle"/>
          </p:nvPr>
        </p:nvSpPr>
        <p:spPr>
          <a:xfrm>
            <a:off x="6800975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7" name="Google Shape;297;p19"/>
          <p:cNvSpPr txBox="1"/>
          <p:nvPr>
            <p:ph type="ctrTitle"/>
          </p:nvPr>
        </p:nvSpPr>
        <p:spPr>
          <a:xfrm>
            <a:off x="1028700" y="5133288"/>
            <a:ext cx="9488400" cy="37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8450"/>
              <a:buNone/>
              <a:defRPr sz="8450">
                <a:solidFill>
                  <a:srgbClr val="272727"/>
                </a:solidFill>
              </a:defRPr>
            </a:lvl1pPr>
            <a:lvl2pPr lvl="1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8">
  <p:cSld name="CUSTOM_17">
    <p:bg>
      <p:bgPr>
        <a:solidFill>
          <a:srgbClr val="BAC7E8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20"/>
          <p:cNvGrpSpPr/>
          <p:nvPr/>
        </p:nvGrpSpPr>
        <p:grpSpPr>
          <a:xfrm>
            <a:off x="7944877" y="3015800"/>
            <a:ext cx="11786413" cy="2965231"/>
            <a:chOff x="0" y="-47625"/>
            <a:chExt cx="3104220" cy="780961"/>
          </a:xfrm>
        </p:grpSpPr>
        <p:sp>
          <p:nvSpPr>
            <p:cNvPr id="300" name="Google Shape;300;p20"/>
            <p:cNvSpPr/>
            <p:nvPr/>
          </p:nvSpPr>
          <p:spPr>
            <a:xfrm>
              <a:off x="0" y="0"/>
              <a:ext cx="3104220" cy="733336"/>
            </a:xfrm>
            <a:custGeom>
              <a:rect b="b" l="l" r="r" t="t"/>
              <a:pathLst>
                <a:path extrusionOk="0" h="733336" w="3104220">
                  <a:moveTo>
                    <a:pt x="57803" y="0"/>
                  </a:moveTo>
                  <a:lnTo>
                    <a:pt x="3046417" y="0"/>
                  </a:lnTo>
                  <a:cubicBezTo>
                    <a:pt x="3078341" y="0"/>
                    <a:pt x="3104220" y="25879"/>
                    <a:pt x="3104220" y="57803"/>
                  </a:cubicBezTo>
                  <a:lnTo>
                    <a:pt x="3104220" y="675533"/>
                  </a:lnTo>
                  <a:cubicBezTo>
                    <a:pt x="3104220" y="707457"/>
                    <a:pt x="3078341" y="733336"/>
                    <a:pt x="3046417" y="733336"/>
                  </a:cubicBezTo>
                  <a:lnTo>
                    <a:pt x="57803" y="733336"/>
                  </a:lnTo>
                  <a:cubicBezTo>
                    <a:pt x="25879" y="733336"/>
                    <a:pt x="0" y="707457"/>
                    <a:pt x="0" y="675533"/>
                  </a:cubicBezTo>
                  <a:lnTo>
                    <a:pt x="0" y="57803"/>
                  </a:lnTo>
                  <a:cubicBezTo>
                    <a:pt x="0" y="25879"/>
                    <a:pt x="25879" y="0"/>
                    <a:pt x="57803" y="0"/>
                  </a:cubicBezTo>
                  <a:close/>
                </a:path>
              </a:pathLst>
            </a:custGeom>
            <a:solidFill>
              <a:srgbClr val="E8E69D"/>
            </a:solidFill>
            <a:ln cap="rnd" cmpd="sng" w="47625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0"/>
            <p:cNvSpPr txBox="1"/>
            <p:nvPr/>
          </p:nvSpPr>
          <p:spPr>
            <a:xfrm>
              <a:off x="0" y="-47625"/>
              <a:ext cx="3104100" cy="7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20"/>
          <p:cNvGrpSpPr/>
          <p:nvPr/>
        </p:nvGrpSpPr>
        <p:grpSpPr>
          <a:xfrm>
            <a:off x="8152077" y="6292164"/>
            <a:ext cx="11579212" cy="2965231"/>
            <a:chOff x="0" y="-47625"/>
            <a:chExt cx="3049649" cy="780961"/>
          </a:xfrm>
        </p:grpSpPr>
        <p:sp>
          <p:nvSpPr>
            <p:cNvPr id="303" name="Google Shape;303;p20"/>
            <p:cNvSpPr/>
            <p:nvPr/>
          </p:nvSpPr>
          <p:spPr>
            <a:xfrm>
              <a:off x="0" y="0"/>
              <a:ext cx="3049649" cy="733336"/>
            </a:xfrm>
            <a:custGeom>
              <a:rect b="b" l="l" r="r" t="t"/>
              <a:pathLst>
                <a:path extrusionOk="0" h="733336" w="3049649">
                  <a:moveTo>
                    <a:pt x="58838" y="0"/>
                  </a:moveTo>
                  <a:lnTo>
                    <a:pt x="2990811" y="0"/>
                  </a:lnTo>
                  <a:cubicBezTo>
                    <a:pt x="3006416" y="0"/>
                    <a:pt x="3021382" y="6199"/>
                    <a:pt x="3032416" y="17233"/>
                  </a:cubicBezTo>
                  <a:cubicBezTo>
                    <a:pt x="3043450" y="28267"/>
                    <a:pt x="3049649" y="43233"/>
                    <a:pt x="3049649" y="58838"/>
                  </a:cubicBezTo>
                  <a:lnTo>
                    <a:pt x="3049649" y="674499"/>
                  </a:lnTo>
                  <a:cubicBezTo>
                    <a:pt x="3049649" y="690104"/>
                    <a:pt x="3043450" y="705069"/>
                    <a:pt x="3032416" y="716103"/>
                  </a:cubicBezTo>
                  <a:cubicBezTo>
                    <a:pt x="3021382" y="727137"/>
                    <a:pt x="3006416" y="733336"/>
                    <a:pt x="2990811" y="733336"/>
                  </a:cubicBezTo>
                  <a:lnTo>
                    <a:pt x="58838" y="733336"/>
                  </a:lnTo>
                  <a:cubicBezTo>
                    <a:pt x="43233" y="733336"/>
                    <a:pt x="28267" y="727137"/>
                    <a:pt x="17233" y="716103"/>
                  </a:cubicBezTo>
                  <a:cubicBezTo>
                    <a:pt x="6199" y="705069"/>
                    <a:pt x="0" y="690104"/>
                    <a:pt x="0" y="674499"/>
                  </a:cubicBezTo>
                  <a:lnTo>
                    <a:pt x="0" y="58838"/>
                  </a:lnTo>
                  <a:cubicBezTo>
                    <a:pt x="0" y="43233"/>
                    <a:pt x="6199" y="28267"/>
                    <a:pt x="17233" y="17233"/>
                  </a:cubicBezTo>
                  <a:cubicBezTo>
                    <a:pt x="28267" y="6199"/>
                    <a:pt x="43233" y="0"/>
                    <a:pt x="58838" y="0"/>
                  </a:cubicBezTo>
                  <a:close/>
                </a:path>
              </a:pathLst>
            </a:custGeom>
            <a:solidFill>
              <a:srgbClr val="E8E69D"/>
            </a:solidFill>
            <a:ln cap="rnd" cmpd="sng" w="47625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0"/>
            <p:cNvSpPr txBox="1"/>
            <p:nvPr/>
          </p:nvSpPr>
          <p:spPr>
            <a:xfrm>
              <a:off x="0" y="-47625"/>
              <a:ext cx="3049500" cy="7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20"/>
          <p:cNvSpPr txBox="1"/>
          <p:nvPr>
            <p:ph idx="1" type="subTitle"/>
          </p:nvPr>
        </p:nvSpPr>
        <p:spPr>
          <a:xfrm>
            <a:off x="1250040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6" name="Google Shape;306;p20"/>
          <p:cNvSpPr/>
          <p:nvPr>
            <p:ph idx="2" type="pic"/>
          </p:nvPr>
        </p:nvSpPr>
        <p:spPr>
          <a:xfrm>
            <a:off x="0" y="0"/>
            <a:ext cx="8262000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20"/>
          <p:cNvSpPr txBox="1"/>
          <p:nvPr>
            <p:ph idx="3" type="subTitle"/>
          </p:nvPr>
        </p:nvSpPr>
        <p:spPr>
          <a:xfrm>
            <a:off x="1101550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8" name="Google Shape;308;p20"/>
          <p:cNvSpPr txBox="1"/>
          <p:nvPr>
            <p:ph idx="4" type="subTitle"/>
          </p:nvPr>
        </p:nvSpPr>
        <p:spPr>
          <a:xfrm>
            <a:off x="6800975" y="404500"/>
            <a:ext cx="468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SzPts val="2150"/>
              <a:buNone/>
              <a:defRPr b="1" sz="2150"/>
            </a:lvl1pPr>
            <a:lvl2pPr lvl="1" rtl="0" algn="ctr">
              <a:spcBef>
                <a:spcPts val="56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48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40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9" name="Google Shape;309;p20"/>
          <p:cNvSpPr txBox="1"/>
          <p:nvPr>
            <p:ph type="ctrTitle"/>
          </p:nvPr>
        </p:nvSpPr>
        <p:spPr>
          <a:xfrm>
            <a:off x="8338925" y="3027307"/>
            <a:ext cx="9103500" cy="6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9000"/>
              <a:buNone/>
              <a:defRPr sz="19000">
                <a:solidFill>
                  <a:srgbClr val="272727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9325" y="1176100"/>
            <a:ext cx="16977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8000"/>
              <a:buFont typeface="Rhodium Libre"/>
              <a:buNone/>
              <a:defRPr i="0" sz="8000" u="none" cap="none" strike="noStrike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400"/>
              <a:buNone/>
              <a:defRPr sz="1800">
                <a:solidFill>
                  <a:srgbClr val="272727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400"/>
              <a:buNone/>
              <a:defRPr sz="1800">
                <a:solidFill>
                  <a:srgbClr val="272727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400"/>
              <a:buNone/>
              <a:defRPr sz="1800">
                <a:solidFill>
                  <a:srgbClr val="272727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400"/>
              <a:buNone/>
              <a:defRPr sz="1800">
                <a:solidFill>
                  <a:srgbClr val="272727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400"/>
              <a:buNone/>
              <a:defRPr sz="1800">
                <a:solidFill>
                  <a:srgbClr val="272727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400"/>
              <a:buNone/>
              <a:defRPr sz="1800">
                <a:solidFill>
                  <a:srgbClr val="272727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400"/>
              <a:buNone/>
              <a:defRPr sz="1800">
                <a:solidFill>
                  <a:srgbClr val="272727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400"/>
              <a:buNone/>
              <a:defRPr sz="1800">
                <a:solidFill>
                  <a:srgbClr val="272727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9325" y="27567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3000"/>
              <a:buFont typeface="Bricolage Grotesque"/>
              <a:buChar char="•"/>
              <a:defRPr i="0" sz="30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indent="-4191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272727"/>
              </a:buClr>
              <a:buSzPts val="3000"/>
              <a:buFont typeface="Bricolage Grotesque"/>
              <a:buChar char="–"/>
              <a:defRPr i="0" sz="30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indent="-4191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272727"/>
              </a:buClr>
              <a:buSzPts val="3000"/>
              <a:buFont typeface="Bricolage Grotesque"/>
              <a:buChar char="•"/>
              <a:defRPr i="0" sz="30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indent="-4191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272727"/>
              </a:buClr>
              <a:buSzPts val="3000"/>
              <a:buFont typeface="Bricolage Grotesque"/>
              <a:buChar char="–"/>
              <a:defRPr i="0" sz="30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indent="-419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272727"/>
              </a:buClr>
              <a:buSzPts val="3000"/>
              <a:buFont typeface="Bricolage Grotesque"/>
              <a:buChar char="»"/>
              <a:defRPr i="0" sz="30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indent="-419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272727"/>
              </a:buClr>
              <a:buSzPts val="3000"/>
              <a:buFont typeface="Bricolage Grotesque"/>
              <a:buChar char="•"/>
              <a:defRPr i="0" sz="30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indent="-419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272727"/>
              </a:buClr>
              <a:buSzPts val="3000"/>
              <a:buFont typeface="Bricolage Grotesque"/>
              <a:buChar char="•"/>
              <a:defRPr i="0" sz="30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indent="-419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272727"/>
              </a:buClr>
              <a:buSzPts val="3000"/>
              <a:buFont typeface="Bricolage Grotesque"/>
              <a:buChar char="•"/>
              <a:defRPr i="0" sz="30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indent="-419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272727"/>
              </a:buClr>
              <a:buSzPts val="3000"/>
              <a:buFont typeface="Bricolage Grotesque"/>
              <a:buChar char="•"/>
              <a:defRPr i="0" sz="3000" u="none" cap="none" strike="noStrike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EE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/>
          <p:nvPr/>
        </p:nvSpPr>
        <p:spPr>
          <a:xfrm>
            <a:off x="17055825" y="-2775"/>
            <a:ext cx="1232372" cy="10290871"/>
          </a:xfrm>
          <a:custGeom>
            <a:rect b="b" l="l" r="r" t="t"/>
            <a:pathLst>
              <a:path extrusionOk="0" h="2896797" w="324522">
                <a:moveTo>
                  <a:pt x="0" y="0"/>
                </a:moveTo>
                <a:lnTo>
                  <a:pt x="324522" y="0"/>
                </a:lnTo>
                <a:lnTo>
                  <a:pt x="324522" y="2896797"/>
                </a:lnTo>
                <a:lnTo>
                  <a:pt x="0" y="2896797"/>
                </a:lnTo>
                <a:close/>
              </a:path>
            </a:pathLst>
          </a:custGeom>
          <a:solidFill>
            <a:srgbClr val="E8E69D"/>
          </a:solidFill>
          <a:ln>
            <a:noFill/>
          </a:ln>
        </p:spPr>
      </p:sp>
      <p:sp>
        <p:nvSpPr>
          <p:cNvPr id="315" name="Google Shape;315;p21"/>
          <p:cNvSpPr/>
          <p:nvPr/>
        </p:nvSpPr>
        <p:spPr>
          <a:xfrm>
            <a:off x="15823650" y="-2775"/>
            <a:ext cx="1232372" cy="10290871"/>
          </a:xfrm>
          <a:custGeom>
            <a:rect b="b" l="l" r="r" t="t"/>
            <a:pathLst>
              <a:path extrusionOk="0" h="2896797" w="324522">
                <a:moveTo>
                  <a:pt x="0" y="0"/>
                </a:moveTo>
                <a:lnTo>
                  <a:pt x="324522" y="0"/>
                </a:lnTo>
                <a:lnTo>
                  <a:pt x="324522" y="2896797"/>
                </a:lnTo>
                <a:lnTo>
                  <a:pt x="0" y="2896797"/>
                </a:lnTo>
                <a:close/>
              </a:path>
            </a:pathLst>
          </a:custGeom>
          <a:solidFill>
            <a:srgbClr val="BAC7E8"/>
          </a:solidFill>
          <a:ln>
            <a:noFill/>
          </a:ln>
        </p:spPr>
      </p:sp>
      <p:sp>
        <p:nvSpPr>
          <p:cNvPr id="316" name="Google Shape;316;p21"/>
          <p:cNvSpPr/>
          <p:nvPr/>
        </p:nvSpPr>
        <p:spPr>
          <a:xfrm>
            <a:off x="14591500" y="-2775"/>
            <a:ext cx="1232372" cy="10283629"/>
          </a:xfrm>
          <a:custGeom>
            <a:rect b="b" l="l" r="r" t="t"/>
            <a:pathLst>
              <a:path extrusionOk="0" h="2896797" w="324522">
                <a:moveTo>
                  <a:pt x="0" y="0"/>
                </a:moveTo>
                <a:lnTo>
                  <a:pt x="324522" y="0"/>
                </a:lnTo>
                <a:lnTo>
                  <a:pt x="324522" y="2896797"/>
                </a:lnTo>
                <a:lnTo>
                  <a:pt x="0" y="2896797"/>
                </a:lnTo>
                <a:close/>
              </a:path>
            </a:pathLst>
          </a:custGeom>
          <a:solidFill>
            <a:srgbClr val="699D7D"/>
          </a:solidFill>
          <a:ln>
            <a:noFill/>
          </a:ln>
        </p:spPr>
      </p:sp>
      <p:sp>
        <p:nvSpPr>
          <p:cNvPr id="317" name="Google Shape;317;p21"/>
          <p:cNvSpPr/>
          <p:nvPr/>
        </p:nvSpPr>
        <p:spPr>
          <a:xfrm>
            <a:off x="13359325" y="0"/>
            <a:ext cx="1232372" cy="10283629"/>
          </a:xfrm>
          <a:custGeom>
            <a:rect b="b" l="l" r="r" t="t"/>
            <a:pathLst>
              <a:path extrusionOk="0" h="2896797" w="324522">
                <a:moveTo>
                  <a:pt x="0" y="0"/>
                </a:moveTo>
                <a:lnTo>
                  <a:pt x="324522" y="0"/>
                </a:lnTo>
                <a:lnTo>
                  <a:pt x="324522" y="2896797"/>
                </a:lnTo>
                <a:lnTo>
                  <a:pt x="0" y="2896797"/>
                </a:lnTo>
                <a:close/>
              </a:path>
            </a:pathLst>
          </a:custGeom>
          <a:solidFill>
            <a:srgbClr val="EBC1A3"/>
          </a:solidFill>
          <a:ln>
            <a:noFill/>
          </a:ln>
        </p:spPr>
      </p:sp>
      <p:sp>
        <p:nvSpPr>
          <p:cNvPr id="318" name="Google Shape;318;p21"/>
          <p:cNvSpPr txBox="1"/>
          <p:nvPr/>
        </p:nvSpPr>
        <p:spPr>
          <a:xfrm>
            <a:off x="1180526" y="2204564"/>
            <a:ext cx="9343200" cy="46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European Integration, European Identity and the Colonial Connection</a:t>
            </a:r>
            <a:endParaRPr sz="7000"/>
          </a:p>
        </p:txBody>
      </p:sp>
      <p:sp>
        <p:nvSpPr>
          <p:cNvPr id="319" name="Google Shape;319;p21"/>
          <p:cNvSpPr txBox="1"/>
          <p:nvPr/>
        </p:nvSpPr>
        <p:spPr>
          <a:xfrm>
            <a:off x="1219550" y="8210275"/>
            <a:ext cx="9303900" cy="11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74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 article by Peo Hansen, explained by Iris Wiater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 rot="5400000">
            <a:off x="11830100" y="7231905"/>
            <a:ext cx="44166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74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Author Biography</a:t>
            </a:r>
            <a:endParaRPr/>
          </a:p>
        </p:txBody>
      </p:sp>
      <p:sp>
        <p:nvSpPr>
          <p:cNvPr id="321" name="Google Shape;321;p21"/>
          <p:cNvSpPr txBox="1"/>
          <p:nvPr/>
        </p:nvSpPr>
        <p:spPr>
          <a:xfrm rot="5400000">
            <a:off x="12674818" y="6844453"/>
            <a:ext cx="51915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74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Historical Context</a:t>
            </a:r>
            <a:endParaRPr/>
          </a:p>
        </p:txBody>
      </p:sp>
      <p:sp>
        <p:nvSpPr>
          <p:cNvPr id="322" name="Google Shape;322;p21"/>
          <p:cNvSpPr txBox="1"/>
          <p:nvPr/>
        </p:nvSpPr>
        <p:spPr>
          <a:xfrm rot="5400000">
            <a:off x="13906986" y="6844453"/>
            <a:ext cx="51915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74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Synopsis</a:t>
            </a:r>
            <a:endParaRPr/>
          </a:p>
        </p:txBody>
      </p:sp>
      <p:sp>
        <p:nvSpPr>
          <p:cNvPr id="323" name="Google Shape;323;p21"/>
          <p:cNvSpPr txBox="1"/>
          <p:nvPr/>
        </p:nvSpPr>
        <p:spPr>
          <a:xfrm rot="5400000">
            <a:off x="15135212" y="6844453"/>
            <a:ext cx="51915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74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Analysis</a:t>
            </a:r>
            <a:endParaRPr/>
          </a:p>
        </p:txBody>
      </p:sp>
      <p:cxnSp>
        <p:nvCxnSpPr>
          <p:cNvPr id="324" name="Google Shape;324;p21"/>
          <p:cNvCxnSpPr/>
          <p:nvPr/>
        </p:nvCxnSpPr>
        <p:spPr>
          <a:xfrm>
            <a:off x="4244887" y="2007281"/>
            <a:ext cx="4303800" cy="0"/>
          </a:xfrm>
          <a:prstGeom prst="straightConnector1">
            <a:avLst/>
          </a:prstGeom>
          <a:noFill/>
          <a:ln cap="flat" cmpd="sng" w="6667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325" name="Google Shape;325;p21"/>
          <p:cNvCxnSpPr/>
          <p:nvPr/>
        </p:nvCxnSpPr>
        <p:spPr>
          <a:xfrm>
            <a:off x="4744196" y="7088751"/>
            <a:ext cx="3305100" cy="0"/>
          </a:xfrm>
          <a:prstGeom prst="straightConnector1">
            <a:avLst/>
          </a:prstGeom>
          <a:noFill/>
          <a:ln cap="flat" cmpd="sng" w="6667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C1A3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"/>
          <p:cNvSpPr txBox="1"/>
          <p:nvPr/>
        </p:nvSpPr>
        <p:spPr>
          <a:xfrm>
            <a:off x="1101541" y="404495"/>
            <a:ext cx="35562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5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Author Biography</a:t>
            </a:r>
            <a:endParaRPr b="1" sz="2150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99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31" name="Google Shape;331;p22"/>
          <p:cNvSpPr txBox="1"/>
          <p:nvPr/>
        </p:nvSpPr>
        <p:spPr>
          <a:xfrm>
            <a:off x="13300190" y="404495"/>
            <a:ext cx="38862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5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Iris Wiater</a:t>
            </a:r>
            <a:endParaRPr b="1" sz="2150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99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5602532" y="404495"/>
            <a:ext cx="7083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5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European Integration, European Identity and the Colonial Connection</a:t>
            </a:r>
            <a:endParaRPr b="1" sz="2150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99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pSp>
        <p:nvGrpSpPr>
          <p:cNvPr id="333" name="Google Shape;333;p22"/>
          <p:cNvGrpSpPr/>
          <p:nvPr/>
        </p:nvGrpSpPr>
        <p:grpSpPr>
          <a:xfrm>
            <a:off x="9008354" y="2260283"/>
            <a:ext cx="9834730" cy="7045395"/>
            <a:chOff x="0" y="-47625"/>
            <a:chExt cx="2590200" cy="1855565"/>
          </a:xfrm>
        </p:grpSpPr>
        <p:sp>
          <p:nvSpPr>
            <p:cNvPr id="334" name="Google Shape;334;p22"/>
            <p:cNvSpPr/>
            <p:nvPr/>
          </p:nvSpPr>
          <p:spPr>
            <a:xfrm>
              <a:off x="0" y="0"/>
              <a:ext cx="2590181" cy="1807940"/>
            </a:xfrm>
            <a:custGeom>
              <a:rect b="b" l="l" r="r" t="t"/>
              <a:pathLst>
                <a:path extrusionOk="0" h="1807940" w="2590181">
                  <a:moveTo>
                    <a:pt x="31489" y="0"/>
                  </a:moveTo>
                  <a:lnTo>
                    <a:pt x="2558693" y="0"/>
                  </a:lnTo>
                  <a:cubicBezTo>
                    <a:pt x="2567044" y="0"/>
                    <a:pt x="2575053" y="3318"/>
                    <a:pt x="2580959" y="9223"/>
                  </a:cubicBezTo>
                  <a:cubicBezTo>
                    <a:pt x="2586864" y="15128"/>
                    <a:pt x="2590181" y="23137"/>
                    <a:pt x="2590181" y="31489"/>
                  </a:cubicBezTo>
                  <a:lnTo>
                    <a:pt x="2590181" y="1776451"/>
                  </a:lnTo>
                  <a:cubicBezTo>
                    <a:pt x="2590181" y="1793842"/>
                    <a:pt x="2576083" y="1807940"/>
                    <a:pt x="2558693" y="1807940"/>
                  </a:cubicBezTo>
                  <a:lnTo>
                    <a:pt x="31489" y="1807940"/>
                  </a:lnTo>
                  <a:cubicBezTo>
                    <a:pt x="23137" y="1807940"/>
                    <a:pt x="15128" y="1804622"/>
                    <a:pt x="9223" y="1798717"/>
                  </a:cubicBezTo>
                  <a:cubicBezTo>
                    <a:pt x="3318" y="1792812"/>
                    <a:pt x="0" y="1784802"/>
                    <a:pt x="0" y="1776451"/>
                  </a:cubicBezTo>
                  <a:lnTo>
                    <a:pt x="0" y="31489"/>
                  </a:lnTo>
                  <a:cubicBezTo>
                    <a:pt x="0" y="14098"/>
                    <a:pt x="14098" y="0"/>
                    <a:pt x="31489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47625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2"/>
            <p:cNvSpPr txBox="1"/>
            <p:nvPr/>
          </p:nvSpPr>
          <p:spPr>
            <a:xfrm>
              <a:off x="0" y="-47625"/>
              <a:ext cx="2590200" cy="185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22"/>
          <p:cNvSpPr txBox="1"/>
          <p:nvPr/>
        </p:nvSpPr>
        <p:spPr>
          <a:xfrm>
            <a:off x="1101541" y="2298235"/>
            <a:ext cx="7478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8100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Peo Hansen</a:t>
            </a:r>
            <a:endParaRPr sz="8125">
              <a:solidFill>
                <a:srgbClr val="272727"/>
              </a:solidFill>
              <a:latin typeface="Rhodium Libre"/>
              <a:ea typeface="Rhodium Libre"/>
              <a:cs typeface="Rhodium Libre"/>
              <a:sym typeface="Rhodium Libre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1028700" y="4210181"/>
            <a:ext cx="6319500" cy="53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260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272727"/>
              </a:buClr>
              <a:buSzPts val="4000"/>
              <a:buFont typeface="Bricolage Grotesque"/>
              <a:buChar char="•"/>
            </a:pP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Professor at Linköping University</a:t>
            </a:r>
            <a:endParaRPr sz="4000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4000"/>
              <a:buFont typeface="Bricolage Grotesque"/>
              <a:buChar char="•"/>
            </a:pP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Areas of interest:</a:t>
            </a:r>
            <a:endParaRPr sz="4000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482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4000"/>
              <a:buFont typeface="Bricolage Grotesque"/>
              <a:buChar char="–"/>
            </a:pP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migration in Europe </a:t>
            </a:r>
            <a:endParaRPr sz="4000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482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4000"/>
              <a:buFont typeface="Bricolage Grotesque"/>
              <a:buChar char="–"/>
            </a:pP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long term effects of colonialism</a:t>
            </a:r>
            <a:endParaRPr sz="4000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482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4000"/>
              <a:buFont typeface="Bricolage Grotesque"/>
              <a:buChar char="–"/>
            </a:pP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Euroafrica</a:t>
            </a:r>
            <a:endParaRPr sz="4000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338" name="Google Shape;338;p22"/>
          <p:cNvPicPr preferRelativeResize="0"/>
          <p:nvPr/>
        </p:nvPicPr>
        <p:blipFill rotWithShape="1">
          <a:blip r:embed="rId3">
            <a:alphaModFix/>
          </a:blip>
          <a:srcRect b="0" l="0" r="-817" t="0"/>
          <a:stretch/>
        </p:blipFill>
        <p:spPr>
          <a:xfrm>
            <a:off x="9205950" y="2624350"/>
            <a:ext cx="10037700" cy="65265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99D7D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"/>
          <p:cNvSpPr txBox="1"/>
          <p:nvPr/>
        </p:nvSpPr>
        <p:spPr>
          <a:xfrm>
            <a:off x="9874000" y="3764388"/>
            <a:ext cx="7939200" cy="3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85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Historical Context</a:t>
            </a:r>
            <a:endParaRPr sz="400"/>
          </a:p>
        </p:txBody>
      </p:sp>
      <p:grpSp>
        <p:nvGrpSpPr>
          <p:cNvPr id="344" name="Google Shape;344;p23"/>
          <p:cNvGrpSpPr/>
          <p:nvPr/>
        </p:nvGrpSpPr>
        <p:grpSpPr>
          <a:xfrm>
            <a:off x="-735972" y="2237047"/>
            <a:ext cx="8399681" cy="1702667"/>
            <a:chOff x="0" y="-47625"/>
            <a:chExt cx="2212247" cy="448436"/>
          </a:xfrm>
        </p:grpSpPr>
        <p:sp>
          <p:nvSpPr>
            <p:cNvPr id="345" name="Google Shape;345;p23"/>
            <p:cNvSpPr/>
            <p:nvPr/>
          </p:nvSpPr>
          <p:spPr>
            <a:xfrm>
              <a:off x="0" y="0"/>
              <a:ext cx="2212247" cy="400811"/>
            </a:xfrm>
            <a:custGeom>
              <a:rect b="b" l="l" r="r" t="t"/>
              <a:pathLst>
                <a:path extrusionOk="0" h="400811" w="2212247">
                  <a:moveTo>
                    <a:pt x="36868" y="0"/>
                  </a:moveTo>
                  <a:lnTo>
                    <a:pt x="2175379" y="0"/>
                  </a:lnTo>
                  <a:cubicBezTo>
                    <a:pt x="2185157" y="0"/>
                    <a:pt x="2194534" y="3884"/>
                    <a:pt x="2201449" y="10798"/>
                  </a:cubicBezTo>
                  <a:cubicBezTo>
                    <a:pt x="2208363" y="17712"/>
                    <a:pt x="2212247" y="27090"/>
                    <a:pt x="2212247" y="36868"/>
                  </a:cubicBezTo>
                  <a:lnTo>
                    <a:pt x="2212247" y="363943"/>
                  </a:lnTo>
                  <a:cubicBezTo>
                    <a:pt x="2212247" y="373721"/>
                    <a:pt x="2208363" y="383098"/>
                    <a:pt x="2201449" y="390012"/>
                  </a:cubicBezTo>
                  <a:cubicBezTo>
                    <a:pt x="2194534" y="396926"/>
                    <a:pt x="2185157" y="400811"/>
                    <a:pt x="2175379" y="400811"/>
                  </a:cubicBezTo>
                  <a:lnTo>
                    <a:pt x="36868" y="400811"/>
                  </a:lnTo>
                  <a:cubicBezTo>
                    <a:pt x="27090" y="400811"/>
                    <a:pt x="17712" y="396926"/>
                    <a:pt x="10798" y="390012"/>
                  </a:cubicBezTo>
                  <a:cubicBezTo>
                    <a:pt x="3884" y="383098"/>
                    <a:pt x="0" y="373721"/>
                    <a:pt x="0" y="363943"/>
                  </a:cubicBezTo>
                  <a:lnTo>
                    <a:pt x="0" y="36868"/>
                  </a:lnTo>
                  <a:cubicBezTo>
                    <a:pt x="0" y="27090"/>
                    <a:pt x="3884" y="17712"/>
                    <a:pt x="10798" y="10798"/>
                  </a:cubicBezTo>
                  <a:cubicBezTo>
                    <a:pt x="17712" y="3884"/>
                    <a:pt x="27090" y="0"/>
                    <a:pt x="36868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3"/>
            <p:cNvSpPr txBox="1"/>
            <p:nvPr/>
          </p:nvSpPr>
          <p:spPr>
            <a:xfrm>
              <a:off x="0" y="-47625"/>
              <a:ext cx="2212247" cy="4484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" name="Google Shape;347;p23"/>
          <p:cNvGrpSpPr/>
          <p:nvPr/>
        </p:nvGrpSpPr>
        <p:grpSpPr>
          <a:xfrm>
            <a:off x="-1690000" y="4292186"/>
            <a:ext cx="10255503" cy="1702667"/>
            <a:chOff x="0" y="-47625"/>
            <a:chExt cx="2965904" cy="448436"/>
          </a:xfrm>
        </p:grpSpPr>
        <p:sp>
          <p:nvSpPr>
            <p:cNvPr id="348" name="Google Shape;348;p23"/>
            <p:cNvSpPr/>
            <p:nvPr/>
          </p:nvSpPr>
          <p:spPr>
            <a:xfrm>
              <a:off x="0" y="0"/>
              <a:ext cx="2965904" cy="400811"/>
            </a:xfrm>
            <a:custGeom>
              <a:rect b="b" l="l" r="r" t="t"/>
              <a:pathLst>
                <a:path extrusionOk="0" h="400811" w="2965904">
                  <a:moveTo>
                    <a:pt x="27500" y="0"/>
                  </a:moveTo>
                  <a:lnTo>
                    <a:pt x="2938405" y="0"/>
                  </a:lnTo>
                  <a:cubicBezTo>
                    <a:pt x="2953592" y="0"/>
                    <a:pt x="2965904" y="12312"/>
                    <a:pt x="2965904" y="27500"/>
                  </a:cubicBezTo>
                  <a:lnTo>
                    <a:pt x="2965904" y="373311"/>
                  </a:lnTo>
                  <a:cubicBezTo>
                    <a:pt x="2965904" y="380604"/>
                    <a:pt x="2963007" y="387599"/>
                    <a:pt x="2957850" y="392756"/>
                  </a:cubicBezTo>
                  <a:cubicBezTo>
                    <a:pt x="2952692" y="397913"/>
                    <a:pt x="2945698" y="400811"/>
                    <a:pt x="2938405" y="400811"/>
                  </a:cubicBezTo>
                  <a:lnTo>
                    <a:pt x="27500" y="400811"/>
                  </a:lnTo>
                  <a:cubicBezTo>
                    <a:pt x="12312" y="400811"/>
                    <a:pt x="0" y="388499"/>
                    <a:pt x="0" y="373311"/>
                  </a:cubicBezTo>
                  <a:lnTo>
                    <a:pt x="0" y="27500"/>
                  </a:lnTo>
                  <a:cubicBezTo>
                    <a:pt x="0" y="12312"/>
                    <a:pt x="12312" y="0"/>
                    <a:pt x="27500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3"/>
            <p:cNvSpPr txBox="1"/>
            <p:nvPr/>
          </p:nvSpPr>
          <p:spPr>
            <a:xfrm>
              <a:off x="0" y="-47625"/>
              <a:ext cx="2965904" cy="4484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" name="Google Shape;350;p23"/>
          <p:cNvGrpSpPr/>
          <p:nvPr/>
        </p:nvGrpSpPr>
        <p:grpSpPr>
          <a:xfrm>
            <a:off x="-735975" y="6347288"/>
            <a:ext cx="10981514" cy="1702667"/>
            <a:chOff x="0" y="-47625"/>
            <a:chExt cx="2511955" cy="448436"/>
          </a:xfrm>
        </p:grpSpPr>
        <p:sp>
          <p:nvSpPr>
            <p:cNvPr id="351" name="Google Shape;351;p23"/>
            <p:cNvSpPr/>
            <p:nvPr/>
          </p:nvSpPr>
          <p:spPr>
            <a:xfrm>
              <a:off x="0" y="0"/>
              <a:ext cx="2511955" cy="400811"/>
            </a:xfrm>
            <a:custGeom>
              <a:rect b="b" l="l" r="r" t="t"/>
              <a:pathLst>
                <a:path extrusionOk="0" h="400811" w="2511955">
                  <a:moveTo>
                    <a:pt x="32469" y="0"/>
                  </a:moveTo>
                  <a:lnTo>
                    <a:pt x="2479486" y="0"/>
                  </a:lnTo>
                  <a:cubicBezTo>
                    <a:pt x="2488097" y="0"/>
                    <a:pt x="2496356" y="3421"/>
                    <a:pt x="2502445" y="9510"/>
                  </a:cubicBezTo>
                  <a:cubicBezTo>
                    <a:pt x="2508534" y="15599"/>
                    <a:pt x="2511955" y="23858"/>
                    <a:pt x="2511955" y="32469"/>
                  </a:cubicBezTo>
                  <a:lnTo>
                    <a:pt x="2511955" y="368341"/>
                  </a:lnTo>
                  <a:cubicBezTo>
                    <a:pt x="2511955" y="376953"/>
                    <a:pt x="2508534" y="385211"/>
                    <a:pt x="2502445" y="391301"/>
                  </a:cubicBezTo>
                  <a:cubicBezTo>
                    <a:pt x="2496356" y="397390"/>
                    <a:pt x="2488097" y="400811"/>
                    <a:pt x="2479486" y="400811"/>
                  </a:cubicBezTo>
                  <a:lnTo>
                    <a:pt x="32469" y="400811"/>
                  </a:lnTo>
                  <a:cubicBezTo>
                    <a:pt x="14537" y="400811"/>
                    <a:pt x="0" y="386274"/>
                    <a:pt x="0" y="368341"/>
                  </a:cubicBezTo>
                  <a:lnTo>
                    <a:pt x="0" y="32469"/>
                  </a:lnTo>
                  <a:cubicBezTo>
                    <a:pt x="0" y="23858"/>
                    <a:pt x="3421" y="15599"/>
                    <a:pt x="9510" y="9510"/>
                  </a:cubicBezTo>
                  <a:cubicBezTo>
                    <a:pt x="15599" y="3421"/>
                    <a:pt x="23858" y="0"/>
                    <a:pt x="32469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3"/>
            <p:cNvSpPr txBox="1"/>
            <p:nvPr/>
          </p:nvSpPr>
          <p:spPr>
            <a:xfrm>
              <a:off x="0" y="-47625"/>
              <a:ext cx="2511955" cy="4484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23"/>
          <p:cNvSpPr txBox="1"/>
          <p:nvPr/>
        </p:nvSpPr>
        <p:spPr>
          <a:xfrm>
            <a:off x="1175219" y="2630097"/>
            <a:ext cx="76263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63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Algerian War</a:t>
            </a:r>
            <a:endParaRPr/>
          </a:p>
        </p:txBody>
      </p:sp>
      <p:sp>
        <p:nvSpPr>
          <p:cNvPr id="354" name="Google Shape;354;p23"/>
          <p:cNvSpPr txBox="1"/>
          <p:nvPr/>
        </p:nvSpPr>
        <p:spPr>
          <a:xfrm>
            <a:off x="1175219" y="4695195"/>
            <a:ext cx="87195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63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Suez Crisis</a:t>
            </a:r>
            <a:endParaRPr/>
          </a:p>
        </p:txBody>
      </p:sp>
      <p:sp>
        <p:nvSpPr>
          <p:cNvPr id="355" name="Google Shape;355;p23"/>
          <p:cNvSpPr txBox="1"/>
          <p:nvPr/>
        </p:nvSpPr>
        <p:spPr>
          <a:xfrm>
            <a:off x="1175225" y="6760288"/>
            <a:ext cx="76263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63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Paul Henri Spaak</a:t>
            </a:r>
            <a:endParaRPr/>
          </a:p>
        </p:txBody>
      </p:sp>
      <p:cxnSp>
        <p:nvCxnSpPr>
          <p:cNvPr id="356" name="Google Shape;356;p23"/>
          <p:cNvCxnSpPr/>
          <p:nvPr/>
        </p:nvCxnSpPr>
        <p:spPr>
          <a:xfrm>
            <a:off x="8801533" y="3150589"/>
            <a:ext cx="4239300" cy="0"/>
          </a:xfrm>
          <a:prstGeom prst="straightConnector1">
            <a:avLst/>
          </a:prstGeom>
          <a:noFill/>
          <a:ln cap="flat" cmpd="sng" w="47625">
            <a:solidFill>
              <a:srgbClr val="272727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AC7E8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24"/>
          <p:cNvGrpSpPr/>
          <p:nvPr/>
        </p:nvGrpSpPr>
        <p:grpSpPr>
          <a:xfrm>
            <a:off x="6720593" y="2748673"/>
            <a:ext cx="4805345" cy="4603358"/>
            <a:chOff x="0" y="-47625"/>
            <a:chExt cx="1265597" cy="1212399"/>
          </a:xfrm>
        </p:grpSpPr>
        <p:sp>
          <p:nvSpPr>
            <p:cNvPr id="362" name="Google Shape;362;p24"/>
            <p:cNvSpPr/>
            <p:nvPr/>
          </p:nvSpPr>
          <p:spPr>
            <a:xfrm>
              <a:off x="0" y="0"/>
              <a:ext cx="1265597" cy="1164774"/>
            </a:xfrm>
            <a:custGeom>
              <a:rect b="b" l="l" r="r" t="t"/>
              <a:pathLst>
                <a:path extrusionOk="0" h="1164774" w="1265597">
                  <a:moveTo>
                    <a:pt x="82167" y="0"/>
                  </a:moveTo>
                  <a:lnTo>
                    <a:pt x="1183430" y="0"/>
                  </a:lnTo>
                  <a:cubicBezTo>
                    <a:pt x="1228809" y="0"/>
                    <a:pt x="1265597" y="36787"/>
                    <a:pt x="1265597" y="82167"/>
                  </a:cubicBezTo>
                  <a:lnTo>
                    <a:pt x="1265597" y="1082607"/>
                  </a:lnTo>
                  <a:cubicBezTo>
                    <a:pt x="1265597" y="1104399"/>
                    <a:pt x="1256940" y="1125298"/>
                    <a:pt x="1241531" y="1140708"/>
                  </a:cubicBezTo>
                  <a:cubicBezTo>
                    <a:pt x="1226121" y="1156117"/>
                    <a:pt x="1205222" y="1164774"/>
                    <a:pt x="1183430" y="1164774"/>
                  </a:cubicBezTo>
                  <a:lnTo>
                    <a:pt x="82167" y="1164774"/>
                  </a:lnTo>
                  <a:cubicBezTo>
                    <a:pt x="60375" y="1164774"/>
                    <a:pt x="39475" y="1156117"/>
                    <a:pt x="24066" y="1140708"/>
                  </a:cubicBezTo>
                  <a:cubicBezTo>
                    <a:pt x="8657" y="1125298"/>
                    <a:pt x="0" y="1104399"/>
                    <a:pt x="0" y="1082607"/>
                  </a:cubicBezTo>
                  <a:lnTo>
                    <a:pt x="0" y="82167"/>
                  </a:lnTo>
                  <a:cubicBezTo>
                    <a:pt x="0" y="60375"/>
                    <a:pt x="8657" y="39475"/>
                    <a:pt x="24066" y="24066"/>
                  </a:cubicBezTo>
                  <a:cubicBezTo>
                    <a:pt x="39475" y="8657"/>
                    <a:pt x="60375" y="0"/>
                    <a:pt x="82167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4"/>
            <p:cNvSpPr txBox="1"/>
            <p:nvPr/>
          </p:nvSpPr>
          <p:spPr>
            <a:xfrm>
              <a:off x="0" y="-47625"/>
              <a:ext cx="1265597" cy="1212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24"/>
          <p:cNvSpPr txBox="1"/>
          <p:nvPr/>
        </p:nvSpPr>
        <p:spPr>
          <a:xfrm>
            <a:off x="6567176" y="382300"/>
            <a:ext cx="11190300" cy="25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96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Article</a:t>
            </a:r>
            <a:endParaRPr/>
          </a:p>
        </p:txBody>
      </p:sp>
      <p:sp>
        <p:nvSpPr>
          <p:cNvPr id="365" name="Google Shape;365;p24"/>
          <p:cNvSpPr txBox="1"/>
          <p:nvPr/>
        </p:nvSpPr>
        <p:spPr>
          <a:xfrm>
            <a:off x="-3119324" y="7334900"/>
            <a:ext cx="12942300" cy="25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96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Synopsis</a:t>
            </a:r>
            <a:endParaRPr/>
          </a:p>
        </p:txBody>
      </p:sp>
      <p:sp>
        <p:nvSpPr>
          <p:cNvPr id="366" name="Google Shape;366;p24"/>
          <p:cNvSpPr txBox="1"/>
          <p:nvPr/>
        </p:nvSpPr>
        <p:spPr>
          <a:xfrm>
            <a:off x="6720593" y="3263484"/>
            <a:ext cx="480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Gap in Research</a:t>
            </a:r>
            <a:endParaRPr/>
          </a:p>
        </p:txBody>
      </p:sp>
      <p:grpSp>
        <p:nvGrpSpPr>
          <p:cNvPr id="367" name="Google Shape;367;p24"/>
          <p:cNvGrpSpPr/>
          <p:nvPr/>
        </p:nvGrpSpPr>
        <p:grpSpPr>
          <a:xfrm>
            <a:off x="1319899" y="2748673"/>
            <a:ext cx="4805345" cy="4603358"/>
            <a:chOff x="0" y="-47625"/>
            <a:chExt cx="1265597" cy="1212399"/>
          </a:xfrm>
        </p:grpSpPr>
        <p:sp>
          <p:nvSpPr>
            <p:cNvPr id="368" name="Google Shape;368;p24"/>
            <p:cNvSpPr/>
            <p:nvPr/>
          </p:nvSpPr>
          <p:spPr>
            <a:xfrm>
              <a:off x="0" y="0"/>
              <a:ext cx="1265597" cy="1164774"/>
            </a:xfrm>
            <a:custGeom>
              <a:rect b="b" l="l" r="r" t="t"/>
              <a:pathLst>
                <a:path extrusionOk="0" h="1164774" w="1265597">
                  <a:moveTo>
                    <a:pt x="82167" y="0"/>
                  </a:moveTo>
                  <a:lnTo>
                    <a:pt x="1183430" y="0"/>
                  </a:lnTo>
                  <a:cubicBezTo>
                    <a:pt x="1228809" y="0"/>
                    <a:pt x="1265597" y="36787"/>
                    <a:pt x="1265597" y="82167"/>
                  </a:cubicBezTo>
                  <a:lnTo>
                    <a:pt x="1265597" y="1082607"/>
                  </a:lnTo>
                  <a:cubicBezTo>
                    <a:pt x="1265597" y="1104399"/>
                    <a:pt x="1256940" y="1125298"/>
                    <a:pt x="1241531" y="1140708"/>
                  </a:cubicBezTo>
                  <a:cubicBezTo>
                    <a:pt x="1226121" y="1156117"/>
                    <a:pt x="1205222" y="1164774"/>
                    <a:pt x="1183430" y="1164774"/>
                  </a:cubicBezTo>
                  <a:lnTo>
                    <a:pt x="82167" y="1164774"/>
                  </a:lnTo>
                  <a:cubicBezTo>
                    <a:pt x="60375" y="1164774"/>
                    <a:pt x="39475" y="1156117"/>
                    <a:pt x="24066" y="1140708"/>
                  </a:cubicBezTo>
                  <a:cubicBezTo>
                    <a:pt x="8657" y="1125298"/>
                    <a:pt x="0" y="1104399"/>
                    <a:pt x="0" y="1082607"/>
                  </a:cubicBezTo>
                  <a:lnTo>
                    <a:pt x="0" y="82167"/>
                  </a:lnTo>
                  <a:cubicBezTo>
                    <a:pt x="0" y="60375"/>
                    <a:pt x="8657" y="39475"/>
                    <a:pt x="24066" y="24066"/>
                  </a:cubicBezTo>
                  <a:cubicBezTo>
                    <a:pt x="39475" y="8657"/>
                    <a:pt x="60375" y="0"/>
                    <a:pt x="82167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4"/>
            <p:cNvSpPr txBox="1"/>
            <p:nvPr/>
          </p:nvSpPr>
          <p:spPr>
            <a:xfrm>
              <a:off x="0" y="-47625"/>
              <a:ext cx="1265597" cy="1212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0" name="Google Shape;370;p24"/>
          <p:cNvGrpSpPr/>
          <p:nvPr/>
        </p:nvGrpSpPr>
        <p:grpSpPr>
          <a:xfrm>
            <a:off x="-4085490" y="2748673"/>
            <a:ext cx="4805345" cy="4603358"/>
            <a:chOff x="0" y="-47625"/>
            <a:chExt cx="1265597" cy="1212399"/>
          </a:xfrm>
        </p:grpSpPr>
        <p:sp>
          <p:nvSpPr>
            <p:cNvPr id="371" name="Google Shape;371;p24"/>
            <p:cNvSpPr/>
            <p:nvPr/>
          </p:nvSpPr>
          <p:spPr>
            <a:xfrm>
              <a:off x="0" y="0"/>
              <a:ext cx="1265597" cy="1164774"/>
            </a:xfrm>
            <a:custGeom>
              <a:rect b="b" l="l" r="r" t="t"/>
              <a:pathLst>
                <a:path extrusionOk="0" h="1164774" w="1265597">
                  <a:moveTo>
                    <a:pt x="82167" y="0"/>
                  </a:moveTo>
                  <a:lnTo>
                    <a:pt x="1183430" y="0"/>
                  </a:lnTo>
                  <a:cubicBezTo>
                    <a:pt x="1228809" y="0"/>
                    <a:pt x="1265597" y="36787"/>
                    <a:pt x="1265597" y="82167"/>
                  </a:cubicBezTo>
                  <a:lnTo>
                    <a:pt x="1265597" y="1082607"/>
                  </a:lnTo>
                  <a:cubicBezTo>
                    <a:pt x="1265597" y="1104399"/>
                    <a:pt x="1256940" y="1125298"/>
                    <a:pt x="1241531" y="1140708"/>
                  </a:cubicBezTo>
                  <a:cubicBezTo>
                    <a:pt x="1226121" y="1156117"/>
                    <a:pt x="1205222" y="1164774"/>
                    <a:pt x="1183430" y="1164774"/>
                  </a:cubicBezTo>
                  <a:lnTo>
                    <a:pt x="82167" y="1164774"/>
                  </a:lnTo>
                  <a:cubicBezTo>
                    <a:pt x="60375" y="1164774"/>
                    <a:pt x="39475" y="1156117"/>
                    <a:pt x="24066" y="1140708"/>
                  </a:cubicBezTo>
                  <a:cubicBezTo>
                    <a:pt x="8657" y="1125298"/>
                    <a:pt x="0" y="1104399"/>
                    <a:pt x="0" y="1082607"/>
                  </a:cubicBezTo>
                  <a:lnTo>
                    <a:pt x="0" y="82167"/>
                  </a:lnTo>
                  <a:cubicBezTo>
                    <a:pt x="0" y="60375"/>
                    <a:pt x="8657" y="39475"/>
                    <a:pt x="24066" y="24066"/>
                  </a:cubicBezTo>
                  <a:cubicBezTo>
                    <a:pt x="39475" y="8657"/>
                    <a:pt x="60375" y="0"/>
                    <a:pt x="82167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4"/>
            <p:cNvSpPr txBox="1"/>
            <p:nvPr/>
          </p:nvSpPr>
          <p:spPr>
            <a:xfrm>
              <a:off x="0" y="-47625"/>
              <a:ext cx="1265597" cy="1212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24"/>
          <p:cNvGrpSpPr/>
          <p:nvPr/>
        </p:nvGrpSpPr>
        <p:grpSpPr>
          <a:xfrm>
            <a:off x="17531370" y="2748673"/>
            <a:ext cx="4805345" cy="4603358"/>
            <a:chOff x="0" y="-47625"/>
            <a:chExt cx="1265597" cy="1212399"/>
          </a:xfrm>
        </p:grpSpPr>
        <p:sp>
          <p:nvSpPr>
            <p:cNvPr id="374" name="Google Shape;374;p24"/>
            <p:cNvSpPr/>
            <p:nvPr/>
          </p:nvSpPr>
          <p:spPr>
            <a:xfrm>
              <a:off x="0" y="0"/>
              <a:ext cx="1265597" cy="1164774"/>
            </a:xfrm>
            <a:custGeom>
              <a:rect b="b" l="l" r="r" t="t"/>
              <a:pathLst>
                <a:path extrusionOk="0" h="1164774" w="1265597">
                  <a:moveTo>
                    <a:pt x="82167" y="0"/>
                  </a:moveTo>
                  <a:lnTo>
                    <a:pt x="1183430" y="0"/>
                  </a:lnTo>
                  <a:cubicBezTo>
                    <a:pt x="1228809" y="0"/>
                    <a:pt x="1265597" y="36787"/>
                    <a:pt x="1265597" y="82167"/>
                  </a:cubicBezTo>
                  <a:lnTo>
                    <a:pt x="1265597" y="1082607"/>
                  </a:lnTo>
                  <a:cubicBezTo>
                    <a:pt x="1265597" y="1104399"/>
                    <a:pt x="1256940" y="1125298"/>
                    <a:pt x="1241531" y="1140708"/>
                  </a:cubicBezTo>
                  <a:cubicBezTo>
                    <a:pt x="1226121" y="1156117"/>
                    <a:pt x="1205222" y="1164774"/>
                    <a:pt x="1183430" y="1164774"/>
                  </a:cubicBezTo>
                  <a:lnTo>
                    <a:pt x="82167" y="1164774"/>
                  </a:lnTo>
                  <a:cubicBezTo>
                    <a:pt x="60375" y="1164774"/>
                    <a:pt x="39475" y="1156117"/>
                    <a:pt x="24066" y="1140708"/>
                  </a:cubicBezTo>
                  <a:cubicBezTo>
                    <a:pt x="8657" y="1125298"/>
                    <a:pt x="0" y="1104399"/>
                    <a:pt x="0" y="1082607"/>
                  </a:cubicBezTo>
                  <a:lnTo>
                    <a:pt x="0" y="82167"/>
                  </a:lnTo>
                  <a:cubicBezTo>
                    <a:pt x="0" y="60375"/>
                    <a:pt x="8657" y="39475"/>
                    <a:pt x="24066" y="24066"/>
                  </a:cubicBezTo>
                  <a:cubicBezTo>
                    <a:pt x="39475" y="8657"/>
                    <a:pt x="60375" y="0"/>
                    <a:pt x="82167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4"/>
            <p:cNvSpPr txBox="1"/>
            <p:nvPr/>
          </p:nvSpPr>
          <p:spPr>
            <a:xfrm>
              <a:off x="0" y="-47625"/>
              <a:ext cx="1265597" cy="1212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" name="Google Shape;376;p24"/>
          <p:cNvSpPr txBox="1"/>
          <p:nvPr/>
        </p:nvSpPr>
        <p:spPr>
          <a:xfrm>
            <a:off x="1319899" y="3263484"/>
            <a:ext cx="480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“Company Line” </a:t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1319899" y="6197596"/>
            <a:ext cx="4805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ways in which the European Union tells the story of it’s creation</a:t>
            </a:r>
            <a:endParaRPr/>
          </a:p>
        </p:txBody>
      </p:sp>
      <p:grpSp>
        <p:nvGrpSpPr>
          <p:cNvPr id="378" name="Google Shape;378;p24"/>
          <p:cNvGrpSpPr/>
          <p:nvPr/>
        </p:nvGrpSpPr>
        <p:grpSpPr>
          <a:xfrm>
            <a:off x="12125982" y="2748673"/>
            <a:ext cx="4805345" cy="4603358"/>
            <a:chOff x="0" y="-47625"/>
            <a:chExt cx="1265597" cy="1212399"/>
          </a:xfrm>
        </p:grpSpPr>
        <p:sp>
          <p:nvSpPr>
            <p:cNvPr id="379" name="Google Shape;379;p24"/>
            <p:cNvSpPr/>
            <p:nvPr/>
          </p:nvSpPr>
          <p:spPr>
            <a:xfrm>
              <a:off x="0" y="0"/>
              <a:ext cx="1265597" cy="1164774"/>
            </a:xfrm>
            <a:custGeom>
              <a:rect b="b" l="l" r="r" t="t"/>
              <a:pathLst>
                <a:path extrusionOk="0" h="1164774" w="1265597">
                  <a:moveTo>
                    <a:pt x="82167" y="0"/>
                  </a:moveTo>
                  <a:lnTo>
                    <a:pt x="1183430" y="0"/>
                  </a:lnTo>
                  <a:cubicBezTo>
                    <a:pt x="1228809" y="0"/>
                    <a:pt x="1265597" y="36787"/>
                    <a:pt x="1265597" y="82167"/>
                  </a:cubicBezTo>
                  <a:lnTo>
                    <a:pt x="1265597" y="1082607"/>
                  </a:lnTo>
                  <a:cubicBezTo>
                    <a:pt x="1265597" y="1104399"/>
                    <a:pt x="1256940" y="1125298"/>
                    <a:pt x="1241531" y="1140708"/>
                  </a:cubicBezTo>
                  <a:cubicBezTo>
                    <a:pt x="1226121" y="1156117"/>
                    <a:pt x="1205222" y="1164774"/>
                    <a:pt x="1183430" y="1164774"/>
                  </a:cubicBezTo>
                  <a:lnTo>
                    <a:pt x="82167" y="1164774"/>
                  </a:lnTo>
                  <a:cubicBezTo>
                    <a:pt x="60375" y="1164774"/>
                    <a:pt x="39475" y="1156117"/>
                    <a:pt x="24066" y="1140708"/>
                  </a:cubicBezTo>
                  <a:cubicBezTo>
                    <a:pt x="8657" y="1125298"/>
                    <a:pt x="0" y="1104399"/>
                    <a:pt x="0" y="1082607"/>
                  </a:cubicBezTo>
                  <a:lnTo>
                    <a:pt x="0" y="82167"/>
                  </a:lnTo>
                  <a:cubicBezTo>
                    <a:pt x="0" y="60375"/>
                    <a:pt x="8657" y="39475"/>
                    <a:pt x="24066" y="24066"/>
                  </a:cubicBezTo>
                  <a:cubicBezTo>
                    <a:pt x="39475" y="8657"/>
                    <a:pt x="60375" y="0"/>
                    <a:pt x="82167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381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4"/>
            <p:cNvSpPr txBox="1"/>
            <p:nvPr/>
          </p:nvSpPr>
          <p:spPr>
            <a:xfrm>
              <a:off x="0" y="-47625"/>
              <a:ext cx="1265597" cy="1212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" name="Google Shape;381;p24"/>
          <p:cNvSpPr txBox="1"/>
          <p:nvPr/>
        </p:nvSpPr>
        <p:spPr>
          <a:xfrm>
            <a:off x="12125982" y="3263484"/>
            <a:ext cx="480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Alternate Theory 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12125982" y="6197596"/>
            <a:ext cx="4805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Central thesis on the impact of decolonilization</a:t>
            </a:r>
            <a:endParaRPr/>
          </a:p>
        </p:txBody>
      </p:sp>
      <p:sp>
        <p:nvSpPr>
          <p:cNvPr id="383" name="Google Shape;383;p24"/>
          <p:cNvSpPr txBox="1"/>
          <p:nvPr/>
        </p:nvSpPr>
        <p:spPr>
          <a:xfrm>
            <a:off x="6720593" y="6197596"/>
            <a:ext cx="4805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middle ground of colonial research and politicized Integrity</a:t>
            </a:r>
            <a:endParaRPr/>
          </a:p>
        </p:txBody>
      </p:sp>
      <p:cxnSp>
        <p:nvCxnSpPr>
          <p:cNvPr id="384" name="Google Shape;384;p24"/>
          <p:cNvCxnSpPr/>
          <p:nvPr/>
        </p:nvCxnSpPr>
        <p:spPr>
          <a:xfrm>
            <a:off x="-4293335" y="1632091"/>
            <a:ext cx="12942300" cy="0"/>
          </a:xfrm>
          <a:prstGeom prst="straightConnector1">
            <a:avLst/>
          </a:prstGeom>
          <a:noFill/>
          <a:ln cap="flat" cmpd="sng" w="47625">
            <a:solidFill>
              <a:srgbClr val="272727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id="385" name="Google Shape;38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1325" y="576497"/>
            <a:ext cx="2067800" cy="192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6474" y="3822100"/>
            <a:ext cx="2218251" cy="2155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7" name="Google Shape;387;p24"/>
          <p:cNvCxnSpPr/>
          <p:nvPr/>
        </p:nvCxnSpPr>
        <p:spPr>
          <a:xfrm>
            <a:off x="11986865" y="8619791"/>
            <a:ext cx="12942300" cy="0"/>
          </a:xfrm>
          <a:prstGeom prst="straightConnector1">
            <a:avLst/>
          </a:prstGeom>
          <a:noFill/>
          <a:ln cap="flat" cmpd="sng" w="47625">
            <a:solidFill>
              <a:srgbClr val="27272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88" name="Google Shape;388;p24"/>
          <p:cNvSpPr/>
          <p:nvPr/>
        </p:nvSpPr>
        <p:spPr>
          <a:xfrm>
            <a:off x="2637758" y="3948869"/>
            <a:ext cx="1951716" cy="1902036"/>
          </a:xfrm>
          <a:custGeom>
            <a:rect b="b" l="l" r="r" t="t"/>
            <a:pathLst>
              <a:path extrusionOk="0" h="1902036" w="1951716">
                <a:moveTo>
                  <a:pt x="0" y="0"/>
                </a:moveTo>
                <a:lnTo>
                  <a:pt x="1951716" y="0"/>
                </a:lnTo>
                <a:lnTo>
                  <a:pt x="1951716" y="1902036"/>
                </a:lnTo>
                <a:lnTo>
                  <a:pt x="0" y="1902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9" name="Google Shape;389;p24"/>
          <p:cNvSpPr/>
          <p:nvPr/>
        </p:nvSpPr>
        <p:spPr>
          <a:xfrm>
            <a:off x="13928072" y="4032940"/>
            <a:ext cx="1201116" cy="1733894"/>
          </a:xfrm>
          <a:custGeom>
            <a:rect b="b" l="l" r="r" t="t"/>
            <a:pathLst>
              <a:path extrusionOk="0" h="1733894" w="1201116">
                <a:moveTo>
                  <a:pt x="0" y="0"/>
                </a:moveTo>
                <a:lnTo>
                  <a:pt x="1201116" y="0"/>
                </a:lnTo>
                <a:lnTo>
                  <a:pt x="1201116" y="1733894"/>
                </a:lnTo>
                <a:lnTo>
                  <a:pt x="0" y="173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AC7E8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394;p25"/>
          <p:cNvGrpSpPr/>
          <p:nvPr/>
        </p:nvGrpSpPr>
        <p:grpSpPr>
          <a:xfrm>
            <a:off x="2276350" y="3721801"/>
            <a:ext cx="13403206" cy="5972806"/>
            <a:chOff x="0" y="-47625"/>
            <a:chExt cx="2554500" cy="1409578"/>
          </a:xfrm>
        </p:grpSpPr>
        <p:sp>
          <p:nvSpPr>
            <p:cNvPr id="395" name="Google Shape;395;p25"/>
            <p:cNvSpPr/>
            <p:nvPr/>
          </p:nvSpPr>
          <p:spPr>
            <a:xfrm>
              <a:off x="0" y="0"/>
              <a:ext cx="2554456" cy="1361953"/>
            </a:xfrm>
            <a:custGeom>
              <a:rect b="b" l="l" r="r" t="t"/>
              <a:pathLst>
                <a:path extrusionOk="0" h="1361953" w="2554456">
                  <a:moveTo>
                    <a:pt x="31929" y="0"/>
                  </a:moveTo>
                  <a:lnTo>
                    <a:pt x="2522527" y="0"/>
                  </a:lnTo>
                  <a:cubicBezTo>
                    <a:pt x="2540161" y="0"/>
                    <a:pt x="2554456" y="14295"/>
                    <a:pt x="2554456" y="31929"/>
                  </a:cubicBezTo>
                  <a:lnTo>
                    <a:pt x="2554456" y="1330024"/>
                  </a:lnTo>
                  <a:cubicBezTo>
                    <a:pt x="2554456" y="1338492"/>
                    <a:pt x="2551092" y="1346613"/>
                    <a:pt x="2545104" y="1352601"/>
                  </a:cubicBezTo>
                  <a:cubicBezTo>
                    <a:pt x="2539116" y="1358589"/>
                    <a:pt x="2530995" y="1361953"/>
                    <a:pt x="2522527" y="1361953"/>
                  </a:cubicBezTo>
                  <a:lnTo>
                    <a:pt x="31929" y="1361953"/>
                  </a:lnTo>
                  <a:cubicBezTo>
                    <a:pt x="14295" y="1361953"/>
                    <a:pt x="0" y="1347657"/>
                    <a:pt x="0" y="1330024"/>
                  </a:cubicBezTo>
                  <a:lnTo>
                    <a:pt x="0" y="31929"/>
                  </a:lnTo>
                  <a:cubicBezTo>
                    <a:pt x="0" y="14295"/>
                    <a:pt x="14295" y="0"/>
                    <a:pt x="31929" y="0"/>
                  </a:cubicBezTo>
                  <a:close/>
                </a:path>
              </a:pathLst>
            </a:custGeom>
            <a:solidFill>
              <a:srgbClr val="F3F2EE"/>
            </a:solidFill>
            <a:ln cap="rnd" cmpd="sng" w="65825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126350" lIns="126350" spcFirstLastPara="1" rIns="126350" wrap="square" tIns="126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5"/>
            <p:cNvSpPr txBox="1"/>
            <p:nvPr/>
          </p:nvSpPr>
          <p:spPr>
            <a:xfrm>
              <a:off x="0" y="-47625"/>
              <a:ext cx="2554500" cy="123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0200" lIns="70200" spcFirstLastPara="1" rIns="70200" wrap="square" tIns="702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8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7" name="Google Shape;397;p25"/>
          <p:cNvSpPr txBox="1"/>
          <p:nvPr/>
        </p:nvSpPr>
        <p:spPr>
          <a:xfrm>
            <a:off x="1101541" y="404495"/>
            <a:ext cx="26418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199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Synopsis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99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98" name="Google Shape;398;p25"/>
          <p:cNvSpPr txBox="1"/>
          <p:nvPr/>
        </p:nvSpPr>
        <p:spPr>
          <a:xfrm>
            <a:off x="13300190" y="404495"/>
            <a:ext cx="38862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199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Iris Wiater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99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99" name="Google Shape;399;p25"/>
          <p:cNvSpPr txBox="1"/>
          <p:nvPr/>
        </p:nvSpPr>
        <p:spPr>
          <a:xfrm>
            <a:off x="5602532" y="404495"/>
            <a:ext cx="7083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5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European Integration, European Identity and the Colonial Connection</a:t>
            </a:r>
            <a:endParaRPr b="1" sz="2199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99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00" name="Google Shape;400;p25"/>
          <p:cNvSpPr txBox="1"/>
          <p:nvPr/>
        </p:nvSpPr>
        <p:spPr>
          <a:xfrm>
            <a:off x="2864475" y="4438354"/>
            <a:ext cx="12538200" cy="4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26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Obvious Bipolarity post-WWII and the Cold War</a:t>
            </a:r>
            <a:endParaRPr sz="4000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48260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4000"/>
              <a:buFont typeface="Bricolage Grotesque"/>
              <a:buChar char="○"/>
            </a:pP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Increasingly clear that Europe would be unable to contend with other powers individually</a:t>
            </a:r>
            <a:endParaRPr sz="4000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4826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4000"/>
              <a:buFont typeface="Bricolage Grotesque"/>
              <a:buChar char="●"/>
            </a:pP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Desire to create distance from both the USSR and the USA</a:t>
            </a:r>
            <a:endParaRPr sz="4000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4826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4000"/>
              <a:buFont typeface="Bricolage Grotesque"/>
              <a:buChar char="●"/>
            </a:pP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As always: </a:t>
            </a:r>
            <a:r>
              <a:rPr b="1"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Peace</a:t>
            </a: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as a central goal</a:t>
            </a:r>
            <a:endParaRPr sz="4000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01" name="Google Shape;401;p25"/>
          <p:cNvSpPr txBox="1"/>
          <p:nvPr/>
        </p:nvSpPr>
        <p:spPr>
          <a:xfrm>
            <a:off x="1066975" y="1391900"/>
            <a:ext cx="161541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The Common Story of European integration </a:t>
            </a:r>
            <a:endParaRPr sz="7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AC7E8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oogle Shape;406;p26"/>
          <p:cNvGrpSpPr/>
          <p:nvPr/>
        </p:nvGrpSpPr>
        <p:grpSpPr>
          <a:xfrm>
            <a:off x="4801695" y="2030872"/>
            <a:ext cx="5159492" cy="5159492"/>
            <a:chOff x="0" y="0"/>
            <a:chExt cx="812800" cy="812800"/>
          </a:xfrm>
        </p:grpSpPr>
        <p:sp>
          <p:nvSpPr>
            <p:cNvPr id="407" name="Google Shape;407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  <a:ln cap="sq" cmpd="sng" w="38100">
              <a:solidFill>
                <a:srgbClr val="000000"/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9" name="Google Shape;409;p26"/>
          <p:cNvSpPr/>
          <p:nvPr/>
        </p:nvSpPr>
        <p:spPr>
          <a:xfrm>
            <a:off x="8217678" y="2030872"/>
            <a:ext cx="5159492" cy="5159492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699D7D">
              <a:alpha val="27850"/>
            </a:srgbClr>
          </a:solidFill>
          <a:ln cap="sq" cmpd="sng" w="38100">
            <a:solidFill>
              <a:srgbClr val="000000"/>
            </a:solidFill>
            <a:prstDash val="lgDash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6"/>
          <p:cNvSpPr/>
          <p:nvPr/>
        </p:nvSpPr>
        <p:spPr>
          <a:xfrm>
            <a:off x="4801695" y="2030872"/>
            <a:ext cx="5159492" cy="5159492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699D7D">
              <a:alpha val="27850"/>
            </a:srgbClr>
          </a:solidFill>
          <a:ln cap="sq" cmpd="sng" w="38100">
            <a:solidFill>
              <a:srgbClr val="000000"/>
            </a:solidFill>
            <a:prstDash val="lgDash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6"/>
          <p:cNvSpPr txBox="1"/>
          <p:nvPr/>
        </p:nvSpPr>
        <p:spPr>
          <a:xfrm>
            <a:off x="6236193" y="3684623"/>
            <a:ext cx="1718400" cy="16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99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Integration research and reasoning</a:t>
            </a:r>
            <a:endParaRPr/>
          </a:p>
        </p:txBody>
      </p:sp>
      <p:sp>
        <p:nvSpPr>
          <p:cNvPr id="412" name="Google Shape;412;p26"/>
          <p:cNvSpPr txBox="1"/>
          <p:nvPr/>
        </p:nvSpPr>
        <p:spPr>
          <a:xfrm>
            <a:off x="10247892" y="4204423"/>
            <a:ext cx="22617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99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Post-colonial theory</a:t>
            </a:r>
            <a:endParaRPr/>
          </a:p>
        </p:txBody>
      </p:sp>
      <p:sp>
        <p:nvSpPr>
          <p:cNvPr id="413" name="Google Shape;413;p26"/>
          <p:cNvSpPr txBox="1"/>
          <p:nvPr/>
        </p:nvSpPr>
        <p:spPr>
          <a:xfrm>
            <a:off x="6889952" y="7662850"/>
            <a:ext cx="4508100" cy="2232000"/>
          </a:xfrm>
          <a:prstGeom prst="rect">
            <a:avLst/>
          </a:prstGeom>
          <a:noFill/>
          <a:ln cap="flat" cmpd="sng" w="76200">
            <a:solidFill>
              <a:srgbClr val="B2C9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Hansen's stated</a:t>
            </a: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 goal, in which he applies </a:t>
            </a: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postcolonial</a:t>
            </a: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 theory to </a:t>
            </a: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better</a:t>
            </a: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 understand the motivation </a:t>
            </a: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and</a:t>
            </a: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 timeline of european integration</a:t>
            </a:r>
            <a:endParaRPr sz="2500"/>
          </a:p>
        </p:txBody>
      </p:sp>
      <p:sp>
        <p:nvSpPr>
          <p:cNvPr id="414" name="Google Shape;414;p26"/>
          <p:cNvSpPr txBox="1"/>
          <p:nvPr/>
        </p:nvSpPr>
        <p:spPr>
          <a:xfrm>
            <a:off x="689950" y="1647529"/>
            <a:ext cx="3465000" cy="5926200"/>
          </a:xfrm>
          <a:prstGeom prst="rect">
            <a:avLst/>
          </a:prstGeom>
          <a:noFill/>
          <a:ln cap="flat" cmpd="sng" w="76200">
            <a:solidFill>
              <a:srgbClr val="CDD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The ways in which history is told are inherently </a:t>
            </a: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propagandic</a:t>
            </a: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, and the formation of the EU is no exception. The story has been created to inspire further integration and trust in the union, meaning unsavory or messy </a:t>
            </a: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factors</a:t>
            </a: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 are often left out</a:t>
            </a:r>
            <a:endParaRPr sz="2500"/>
          </a:p>
        </p:txBody>
      </p:sp>
      <p:sp>
        <p:nvSpPr>
          <p:cNvPr id="415" name="Google Shape;415;p26"/>
          <p:cNvSpPr txBox="1"/>
          <p:nvPr/>
        </p:nvSpPr>
        <p:spPr>
          <a:xfrm>
            <a:off x="14418042" y="3428997"/>
            <a:ext cx="3183300" cy="4079100"/>
          </a:xfrm>
          <a:prstGeom prst="rect">
            <a:avLst/>
          </a:prstGeom>
          <a:noFill/>
          <a:ln cap="flat" cmpd="sng" w="76200">
            <a:solidFill>
              <a:srgbClr val="699D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There has been a recent surge in post-colonial research that seeks to </a:t>
            </a: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acknowledge</a:t>
            </a: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 the ways in which our current </a:t>
            </a: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systems</a:t>
            </a: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 are shaped by </a:t>
            </a:r>
            <a:r>
              <a:rPr lang="en-US" sz="2500">
                <a:latin typeface="Bricolage Grotesque"/>
                <a:ea typeface="Bricolage Grotesque"/>
                <a:cs typeface="Bricolage Grotesque"/>
                <a:sym typeface="Bricolage Grotesque"/>
              </a:rPr>
              <a:t>imperialism</a:t>
            </a:r>
            <a:endParaRPr sz="2500"/>
          </a:p>
        </p:txBody>
      </p:sp>
      <p:cxnSp>
        <p:nvCxnSpPr>
          <p:cNvPr id="416" name="Google Shape;416;p26"/>
          <p:cNvCxnSpPr/>
          <p:nvPr/>
        </p:nvCxnSpPr>
        <p:spPr>
          <a:xfrm>
            <a:off x="9136200" y="5106325"/>
            <a:ext cx="15600" cy="2274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lg" w="lg" type="oval"/>
            <a:tailEnd len="sm" w="sm" type="none"/>
          </a:ln>
        </p:spPr>
      </p:cxnSp>
      <p:cxnSp>
        <p:nvCxnSpPr>
          <p:cNvPr id="417" name="Google Shape;417;p26"/>
          <p:cNvCxnSpPr/>
          <p:nvPr/>
        </p:nvCxnSpPr>
        <p:spPr>
          <a:xfrm>
            <a:off x="12796335" y="4773924"/>
            <a:ext cx="1410600" cy="597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lg" w="lg" type="oval"/>
            <a:tailEnd len="sm" w="sm" type="none"/>
          </a:ln>
        </p:spPr>
      </p:cxnSp>
      <p:cxnSp>
        <p:nvCxnSpPr>
          <p:cNvPr id="418" name="Google Shape;418;p26"/>
          <p:cNvCxnSpPr/>
          <p:nvPr/>
        </p:nvCxnSpPr>
        <p:spPr>
          <a:xfrm rot="10800000">
            <a:off x="4354223" y="4077493"/>
            <a:ext cx="1682700" cy="53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lg" w="lg" type="oval"/>
            <a:tailEnd len="sm" w="sm" type="none"/>
          </a:ln>
        </p:spPr>
      </p:cxnSp>
      <p:sp>
        <p:nvSpPr>
          <p:cNvPr id="419" name="Google Shape;419;p26"/>
          <p:cNvSpPr txBox="1"/>
          <p:nvPr/>
        </p:nvSpPr>
        <p:spPr>
          <a:xfrm>
            <a:off x="1101541" y="404495"/>
            <a:ext cx="26418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99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Synopsis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99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20" name="Google Shape;420;p26"/>
          <p:cNvSpPr txBox="1"/>
          <p:nvPr/>
        </p:nvSpPr>
        <p:spPr>
          <a:xfrm>
            <a:off x="13300190" y="404495"/>
            <a:ext cx="38862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99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Iris Wiater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99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21" name="Google Shape;421;p26"/>
          <p:cNvSpPr txBox="1"/>
          <p:nvPr/>
        </p:nvSpPr>
        <p:spPr>
          <a:xfrm>
            <a:off x="5602532" y="404495"/>
            <a:ext cx="7083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1100"/>
              <a:buNone/>
            </a:pPr>
            <a:r>
              <a:rPr b="1" lang="en-US" sz="215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European Integration, European Identity and the Colonial Connection</a:t>
            </a:r>
            <a:endParaRPr b="1" sz="2199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99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AC7E8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7"/>
          <p:cNvSpPr/>
          <p:nvPr/>
        </p:nvSpPr>
        <p:spPr>
          <a:xfrm>
            <a:off x="13421919" y="1668635"/>
            <a:ext cx="3801279" cy="6086379"/>
          </a:xfrm>
          <a:custGeom>
            <a:rect b="b" l="l" r="r" t="t"/>
            <a:pathLst>
              <a:path extrusionOk="0" h="1602733" w="1000995">
                <a:moveTo>
                  <a:pt x="81480" y="0"/>
                </a:moveTo>
                <a:lnTo>
                  <a:pt x="919515" y="0"/>
                </a:lnTo>
                <a:cubicBezTo>
                  <a:pt x="964515" y="0"/>
                  <a:pt x="1000995" y="36480"/>
                  <a:pt x="1000995" y="81480"/>
                </a:cubicBezTo>
                <a:lnTo>
                  <a:pt x="1000995" y="1521253"/>
                </a:lnTo>
                <a:cubicBezTo>
                  <a:pt x="1000995" y="1566253"/>
                  <a:pt x="964515" y="1602733"/>
                  <a:pt x="919515" y="1602733"/>
                </a:cubicBezTo>
                <a:lnTo>
                  <a:pt x="81480" y="1602733"/>
                </a:lnTo>
                <a:cubicBezTo>
                  <a:pt x="36480" y="1602733"/>
                  <a:pt x="0" y="1566253"/>
                  <a:pt x="0" y="1521253"/>
                </a:cubicBezTo>
                <a:lnTo>
                  <a:pt x="0" y="81480"/>
                </a:lnTo>
                <a:cubicBezTo>
                  <a:pt x="0" y="36480"/>
                  <a:pt x="36480" y="0"/>
                  <a:pt x="81480" y="0"/>
                </a:cubicBezTo>
                <a:close/>
              </a:path>
            </a:pathLst>
          </a:custGeom>
          <a:solidFill>
            <a:srgbClr val="F3F2EE"/>
          </a:solidFill>
          <a:ln cap="rnd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7"/>
          <p:cNvSpPr/>
          <p:nvPr/>
        </p:nvSpPr>
        <p:spPr>
          <a:xfrm>
            <a:off x="9302884" y="1668635"/>
            <a:ext cx="3801279" cy="6086379"/>
          </a:xfrm>
          <a:custGeom>
            <a:rect b="b" l="l" r="r" t="t"/>
            <a:pathLst>
              <a:path extrusionOk="0" h="1602733" w="1000995">
                <a:moveTo>
                  <a:pt x="81480" y="0"/>
                </a:moveTo>
                <a:lnTo>
                  <a:pt x="919515" y="0"/>
                </a:lnTo>
                <a:cubicBezTo>
                  <a:pt x="964515" y="0"/>
                  <a:pt x="1000995" y="36480"/>
                  <a:pt x="1000995" y="81480"/>
                </a:cubicBezTo>
                <a:lnTo>
                  <a:pt x="1000995" y="1521253"/>
                </a:lnTo>
                <a:cubicBezTo>
                  <a:pt x="1000995" y="1566253"/>
                  <a:pt x="964515" y="1602733"/>
                  <a:pt x="919515" y="1602733"/>
                </a:cubicBezTo>
                <a:lnTo>
                  <a:pt x="81480" y="1602733"/>
                </a:lnTo>
                <a:cubicBezTo>
                  <a:pt x="36480" y="1602733"/>
                  <a:pt x="0" y="1566253"/>
                  <a:pt x="0" y="1521253"/>
                </a:cubicBezTo>
                <a:lnTo>
                  <a:pt x="0" y="81480"/>
                </a:lnTo>
                <a:cubicBezTo>
                  <a:pt x="0" y="36480"/>
                  <a:pt x="36480" y="0"/>
                  <a:pt x="81480" y="0"/>
                </a:cubicBezTo>
                <a:close/>
              </a:path>
            </a:pathLst>
          </a:custGeom>
          <a:solidFill>
            <a:srgbClr val="F3F2EE"/>
          </a:solidFill>
          <a:ln cap="rnd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7"/>
          <p:cNvSpPr/>
          <p:nvPr/>
        </p:nvSpPr>
        <p:spPr>
          <a:xfrm>
            <a:off x="5183848" y="1668635"/>
            <a:ext cx="3801279" cy="6086379"/>
          </a:xfrm>
          <a:custGeom>
            <a:rect b="b" l="l" r="r" t="t"/>
            <a:pathLst>
              <a:path extrusionOk="0" h="1602733" w="1000995">
                <a:moveTo>
                  <a:pt x="81480" y="0"/>
                </a:moveTo>
                <a:lnTo>
                  <a:pt x="919515" y="0"/>
                </a:lnTo>
                <a:cubicBezTo>
                  <a:pt x="964515" y="0"/>
                  <a:pt x="1000995" y="36480"/>
                  <a:pt x="1000995" y="81480"/>
                </a:cubicBezTo>
                <a:lnTo>
                  <a:pt x="1000995" y="1521253"/>
                </a:lnTo>
                <a:cubicBezTo>
                  <a:pt x="1000995" y="1566253"/>
                  <a:pt x="964515" y="1602733"/>
                  <a:pt x="919515" y="1602733"/>
                </a:cubicBezTo>
                <a:lnTo>
                  <a:pt x="81480" y="1602733"/>
                </a:lnTo>
                <a:cubicBezTo>
                  <a:pt x="36480" y="1602733"/>
                  <a:pt x="0" y="1566253"/>
                  <a:pt x="0" y="1521253"/>
                </a:cubicBezTo>
                <a:lnTo>
                  <a:pt x="0" y="81480"/>
                </a:lnTo>
                <a:cubicBezTo>
                  <a:pt x="0" y="36480"/>
                  <a:pt x="36480" y="0"/>
                  <a:pt x="81480" y="0"/>
                </a:cubicBezTo>
                <a:close/>
              </a:path>
            </a:pathLst>
          </a:custGeom>
          <a:solidFill>
            <a:srgbClr val="F3F2EE"/>
          </a:solidFill>
          <a:ln cap="rnd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7"/>
          <p:cNvSpPr/>
          <p:nvPr/>
        </p:nvSpPr>
        <p:spPr>
          <a:xfrm>
            <a:off x="1064813" y="1668635"/>
            <a:ext cx="3801279" cy="6086379"/>
          </a:xfrm>
          <a:custGeom>
            <a:rect b="b" l="l" r="r" t="t"/>
            <a:pathLst>
              <a:path extrusionOk="0" h="1602733" w="1000995">
                <a:moveTo>
                  <a:pt x="81480" y="0"/>
                </a:moveTo>
                <a:lnTo>
                  <a:pt x="919515" y="0"/>
                </a:lnTo>
                <a:cubicBezTo>
                  <a:pt x="964515" y="0"/>
                  <a:pt x="1000995" y="36480"/>
                  <a:pt x="1000995" y="81480"/>
                </a:cubicBezTo>
                <a:lnTo>
                  <a:pt x="1000995" y="1521253"/>
                </a:lnTo>
                <a:cubicBezTo>
                  <a:pt x="1000995" y="1566253"/>
                  <a:pt x="964515" y="1602733"/>
                  <a:pt x="919515" y="1602733"/>
                </a:cubicBezTo>
                <a:lnTo>
                  <a:pt x="81480" y="1602733"/>
                </a:lnTo>
                <a:cubicBezTo>
                  <a:pt x="36480" y="1602733"/>
                  <a:pt x="0" y="1566253"/>
                  <a:pt x="0" y="1521253"/>
                </a:cubicBezTo>
                <a:lnTo>
                  <a:pt x="0" y="81480"/>
                </a:lnTo>
                <a:cubicBezTo>
                  <a:pt x="0" y="36480"/>
                  <a:pt x="36480" y="0"/>
                  <a:pt x="81480" y="0"/>
                </a:cubicBezTo>
                <a:close/>
              </a:path>
            </a:pathLst>
          </a:custGeom>
          <a:solidFill>
            <a:srgbClr val="F3F2EE"/>
          </a:solidFill>
          <a:ln cap="rnd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7"/>
          <p:cNvSpPr txBox="1"/>
          <p:nvPr/>
        </p:nvSpPr>
        <p:spPr>
          <a:xfrm>
            <a:off x="1101541" y="404495"/>
            <a:ext cx="35562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199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Synopsis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99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31" name="Google Shape;431;p27"/>
          <p:cNvSpPr txBox="1"/>
          <p:nvPr/>
        </p:nvSpPr>
        <p:spPr>
          <a:xfrm>
            <a:off x="13300190" y="404495"/>
            <a:ext cx="38862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199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Iris Wiater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99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32" name="Google Shape;432;p27"/>
          <p:cNvSpPr txBox="1"/>
          <p:nvPr/>
        </p:nvSpPr>
        <p:spPr>
          <a:xfrm>
            <a:off x="5602532" y="404495"/>
            <a:ext cx="7083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5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European Integration, European Identity and the Colonial Connection</a:t>
            </a:r>
            <a:endParaRPr b="1" sz="2199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99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33" name="Google Shape;433;p27"/>
          <p:cNvSpPr txBox="1"/>
          <p:nvPr/>
        </p:nvSpPr>
        <p:spPr>
          <a:xfrm>
            <a:off x="1453325" y="2182825"/>
            <a:ext cx="3024300" cy="50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There has never been a peaceful Europe, but discrediting wars for independence is important to save face for the public</a:t>
            </a:r>
            <a:endParaRPr sz="3100"/>
          </a:p>
        </p:txBody>
      </p:sp>
      <p:sp>
        <p:nvSpPr>
          <p:cNvPr id="434" name="Google Shape;434;p27"/>
          <p:cNvSpPr txBox="1"/>
          <p:nvPr/>
        </p:nvSpPr>
        <p:spPr>
          <a:xfrm>
            <a:off x="5512788" y="2182825"/>
            <a:ext cx="3143400" cy="50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Decolonization </a:t>
            </a:r>
            <a:r>
              <a:rPr lang="en-US" sz="3100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forced</a:t>
            </a:r>
            <a:r>
              <a:rPr lang="en-US" sz="3100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 European countries to find different ways to hold global power, leading to more integration</a:t>
            </a:r>
            <a:endParaRPr/>
          </a:p>
        </p:txBody>
      </p:sp>
      <p:sp>
        <p:nvSpPr>
          <p:cNvPr id="435" name="Google Shape;435;p27"/>
          <p:cNvSpPr txBox="1"/>
          <p:nvPr/>
        </p:nvSpPr>
        <p:spPr>
          <a:xfrm>
            <a:off x="9926427" y="2182825"/>
            <a:ext cx="2554200" cy="50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Current colonies of European countries ruin the myth of a </a:t>
            </a:r>
            <a:r>
              <a:rPr lang="en-US" sz="3100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solely</a:t>
            </a:r>
            <a:r>
              <a:rPr lang="en-US" sz="3100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 “European” EU</a:t>
            </a:r>
            <a:endParaRPr/>
          </a:p>
        </p:txBody>
      </p:sp>
      <p:sp>
        <p:nvSpPr>
          <p:cNvPr id="436" name="Google Shape;436;p27"/>
          <p:cNvSpPr txBox="1"/>
          <p:nvPr/>
        </p:nvSpPr>
        <p:spPr>
          <a:xfrm>
            <a:off x="13750850" y="2182825"/>
            <a:ext cx="3024300" cy="50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The Neo-colonial priorities of European countries shaped the rules and constitution of the EU</a:t>
            </a:r>
            <a:endParaRPr/>
          </a:p>
        </p:txBody>
      </p:sp>
      <p:sp>
        <p:nvSpPr>
          <p:cNvPr id="437" name="Google Shape;437;p27"/>
          <p:cNvSpPr txBox="1"/>
          <p:nvPr/>
        </p:nvSpPr>
        <p:spPr>
          <a:xfrm>
            <a:off x="116125" y="8018650"/>
            <a:ext cx="18055800" cy="15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53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Central Thesis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69D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oogle Shape;442;p28"/>
          <p:cNvGrpSpPr/>
          <p:nvPr/>
        </p:nvGrpSpPr>
        <p:grpSpPr>
          <a:xfrm>
            <a:off x="9534487" y="-180826"/>
            <a:ext cx="8753513" cy="10467826"/>
            <a:chOff x="0" y="-47625"/>
            <a:chExt cx="2305452" cy="2756958"/>
          </a:xfrm>
        </p:grpSpPr>
        <p:sp>
          <p:nvSpPr>
            <p:cNvPr id="443" name="Google Shape;443;p28"/>
            <p:cNvSpPr/>
            <p:nvPr/>
          </p:nvSpPr>
          <p:spPr>
            <a:xfrm>
              <a:off x="0" y="0"/>
              <a:ext cx="2305452" cy="2709333"/>
            </a:xfrm>
            <a:custGeom>
              <a:rect b="b" l="l" r="r" t="t"/>
              <a:pathLst>
                <a:path extrusionOk="0" h="2709333" w="2305452">
                  <a:moveTo>
                    <a:pt x="0" y="0"/>
                  </a:moveTo>
                  <a:lnTo>
                    <a:pt x="2305452" y="0"/>
                  </a:lnTo>
                  <a:lnTo>
                    <a:pt x="230545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3F2EE"/>
            </a:solidFill>
            <a:ln>
              <a:noFill/>
            </a:ln>
          </p:spPr>
        </p:sp>
        <p:sp>
          <p:nvSpPr>
            <p:cNvPr id="444" name="Google Shape;444;p28"/>
            <p:cNvSpPr txBox="1"/>
            <p:nvPr/>
          </p:nvSpPr>
          <p:spPr>
            <a:xfrm>
              <a:off x="0" y="-47625"/>
              <a:ext cx="2305452" cy="2756958"/>
            </a:xfrm>
            <a:prstGeom prst="rect">
              <a:avLst/>
            </a:prstGeom>
            <a:solidFill>
              <a:srgbClr val="F3F2EE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5" name="Google Shape;445;p28"/>
          <p:cNvSpPr/>
          <p:nvPr/>
        </p:nvSpPr>
        <p:spPr>
          <a:xfrm>
            <a:off x="10214893" y="1991102"/>
            <a:ext cx="4609308" cy="460930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699D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8"/>
          <p:cNvSpPr txBox="1"/>
          <p:nvPr/>
        </p:nvSpPr>
        <p:spPr>
          <a:xfrm>
            <a:off x="1101541" y="404495"/>
            <a:ext cx="3556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99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Analysis</a:t>
            </a:r>
            <a:endParaRPr/>
          </a:p>
        </p:txBody>
      </p:sp>
      <p:sp>
        <p:nvSpPr>
          <p:cNvPr id="447" name="Google Shape;447;p28"/>
          <p:cNvSpPr txBox="1"/>
          <p:nvPr/>
        </p:nvSpPr>
        <p:spPr>
          <a:xfrm>
            <a:off x="13300190" y="404495"/>
            <a:ext cx="3886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99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Iris Wiater</a:t>
            </a:r>
            <a:endParaRPr/>
          </a:p>
        </p:txBody>
      </p:sp>
      <p:sp>
        <p:nvSpPr>
          <p:cNvPr id="448" name="Google Shape;448;p28"/>
          <p:cNvSpPr txBox="1"/>
          <p:nvPr/>
        </p:nvSpPr>
        <p:spPr>
          <a:xfrm>
            <a:off x="5602532" y="404495"/>
            <a:ext cx="7083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5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European Integration, European Identity and the Colonial Connection</a:t>
            </a:r>
            <a:endParaRPr b="1" sz="2199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99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49" name="Google Shape;449;p28"/>
          <p:cNvSpPr txBox="1"/>
          <p:nvPr/>
        </p:nvSpPr>
        <p:spPr>
          <a:xfrm>
            <a:off x="942916" y="1346953"/>
            <a:ext cx="84330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66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Closing thoughts</a:t>
            </a:r>
            <a:endParaRPr/>
          </a:p>
        </p:txBody>
      </p:sp>
      <p:sp>
        <p:nvSpPr>
          <p:cNvPr id="450" name="Google Shape;450;p28"/>
          <p:cNvSpPr txBox="1"/>
          <p:nvPr/>
        </p:nvSpPr>
        <p:spPr>
          <a:xfrm>
            <a:off x="852650" y="3117925"/>
            <a:ext cx="8433000" cy="6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2600" lvl="0" marL="45720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 </a:t>
            </a: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important</a:t>
            </a: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analysis of the many factors of EU integration</a:t>
            </a:r>
            <a:endParaRPr sz="4000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482600" lvl="0" marL="45720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4000"/>
              <a:buFont typeface="Bricolage Grotesque"/>
              <a:buChar char="●"/>
            </a:pP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reminds us not to take history at face value</a:t>
            </a:r>
            <a:endParaRPr sz="4000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482600" lvl="0" marL="45720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4000"/>
              <a:buFont typeface="Bricolage Grotesque"/>
              <a:buChar char="●"/>
            </a:pP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Circles back to itself</a:t>
            </a:r>
            <a:endParaRPr sz="4000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482600" lvl="1" marL="91440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4000"/>
              <a:buFont typeface="Bricolage Grotesque"/>
              <a:buChar char="○"/>
            </a:pP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 introduction and plea for further investigation more than a </a:t>
            </a: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definitive</a:t>
            </a:r>
            <a:r>
              <a:rPr lang="en-US" sz="4000">
                <a:solidFill>
                  <a:srgbClr val="27272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statement</a:t>
            </a:r>
            <a:endParaRPr sz="4000">
              <a:solidFill>
                <a:srgbClr val="272727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51" name="Google Shape;451;p28"/>
          <p:cNvSpPr/>
          <p:nvPr/>
        </p:nvSpPr>
        <p:spPr>
          <a:xfrm>
            <a:off x="13727175" y="6318426"/>
            <a:ext cx="3556163" cy="3556163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699D7D"/>
          </a:solidFill>
          <a:ln>
            <a:noFill/>
          </a:ln>
        </p:spPr>
        <p:txBody>
          <a:bodyPr anchorCtr="0" anchor="ctr" bIns="70550" lIns="70550" spcFirstLastPara="1" rIns="70550" wrap="square" tIns="70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8"/>
          <p:cNvSpPr/>
          <p:nvPr/>
        </p:nvSpPr>
        <p:spPr>
          <a:xfrm>
            <a:off x="15310625" y="1424521"/>
            <a:ext cx="2318268" cy="231826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699D7D"/>
          </a:solidFill>
          <a:ln>
            <a:noFill/>
          </a:ln>
        </p:spPr>
        <p:txBody>
          <a:bodyPr anchorCtr="0" anchor="ctr" bIns="46000" lIns="46000" spcFirstLastPara="1" rIns="46000" wrap="square" tIns="4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C1A3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p29"/>
          <p:cNvGrpSpPr/>
          <p:nvPr/>
        </p:nvGrpSpPr>
        <p:grpSpPr>
          <a:xfrm>
            <a:off x="1720360" y="6320964"/>
            <a:ext cx="5874672" cy="5874672"/>
            <a:chOff x="0" y="0"/>
            <a:chExt cx="812800" cy="812800"/>
          </a:xfrm>
        </p:grpSpPr>
        <p:sp>
          <p:nvSpPr>
            <p:cNvPr id="458" name="Google Shape;458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" name="Google Shape;460;p29"/>
          <p:cNvSpPr/>
          <p:nvPr/>
        </p:nvSpPr>
        <p:spPr>
          <a:xfrm>
            <a:off x="3256854" y="-463085"/>
            <a:ext cx="3533413" cy="3533413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699D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9"/>
          <p:cNvSpPr/>
          <p:nvPr/>
        </p:nvSpPr>
        <p:spPr>
          <a:xfrm>
            <a:off x="9995760" y="7719285"/>
            <a:ext cx="3533413" cy="3533413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3F2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9"/>
          <p:cNvSpPr/>
          <p:nvPr/>
        </p:nvSpPr>
        <p:spPr>
          <a:xfrm>
            <a:off x="-1284409" y="2086964"/>
            <a:ext cx="4539651" cy="4539651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3F2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3" name="Google Shape;463;p29"/>
          <p:cNvGrpSpPr/>
          <p:nvPr/>
        </p:nvGrpSpPr>
        <p:grpSpPr>
          <a:xfrm>
            <a:off x="7131745" y="1494785"/>
            <a:ext cx="5723977" cy="5723977"/>
            <a:chOff x="0" y="0"/>
            <a:chExt cx="812800" cy="812800"/>
          </a:xfrm>
        </p:grpSpPr>
        <p:sp>
          <p:nvSpPr>
            <p:cNvPr id="464" name="Google Shape;464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p29"/>
          <p:cNvSpPr/>
          <p:nvPr/>
        </p:nvSpPr>
        <p:spPr>
          <a:xfrm>
            <a:off x="1762162" y="6362766"/>
            <a:ext cx="5791067" cy="5791067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699D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9"/>
          <p:cNvSpPr/>
          <p:nvPr/>
        </p:nvSpPr>
        <p:spPr>
          <a:xfrm>
            <a:off x="7194477" y="1557517"/>
            <a:ext cx="5598514" cy="5598514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BAC7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9"/>
          <p:cNvSpPr/>
          <p:nvPr/>
        </p:nvSpPr>
        <p:spPr>
          <a:xfrm>
            <a:off x="14501501" y="5143500"/>
            <a:ext cx="4539620" cy="453962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3F2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9"/>
          <p:cNvSpPr txBox="1"/>
          <p:nvPr/>
        </p:nvSpPr>
        <p:spPr>
          <a:xfrm>
            <a:off x="7442739" y="3043704"/>
            <a:ext cx="4869900" cy="26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5">
                <a:solidFill>
                  <a:srgbClr val="272727"/>
                </a:solidFill>
                <a:latin typeface="Rhodium Libre"/>
                <a:ea typeface="Rhodium Libre"/>
                <a:cs typeface="Rhodium Libre"/>
                <a:sym typeface="Rhodium Libre"/>
              </a:rPr>
              <a:t>Thank you!</a:t>
            </a:r>
            <a:endParaRPr/>
          </a:p>
        </p:txBody>
      </p:sp>
      <p:sp>
        <p:nvSpPr>
          <p:cNvPr id="470" name="Google Shape;470;p29"/>
          <p:cNvSpPr/>
          <p:nvPr/>
        </p:nvSpPr>
        <p:spPr>
          <a:xfrm>
            <a:off x="15106601" y="718310"/>
            <a:ext cx="2544064" cy="271068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699D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9"/>
          <p:cNvSpPr/>
          <p:nvPr/>
        </p:nvSpPr>
        <p:spPr>
          <a:xfrm>
            <a:off x="10749610" y="-2397640"/>
            <a:ext cx="3533648" cy="353364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3F2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