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62" r:id="rId8"/>
    <p:sldId id="263" r:id="rId9"/>
    <p:sldId id="259" r:id="rId10"/>
    <p:sldId id="261"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fr-FR"/>
              <a:t>Modifiez le style du titre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242C1B57-272F-40F9-8FFD-5CAC21759745}" type="datetimeFigureOut">
              <a:rPr lang="fr-LU" smtClean="0"/>
              <a:t>19/03/2025</a:t>
            </a:fld>
            <a:endParaRPr lang="fr-LU"/>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fr-LU"/>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4B8D9F7E-D63B-4E47-A69E-D3EFA5273EDB}" type="slidenum">
              <a:rPr lang="fr-LU" smtClean="0"/>
              <a:t>‹#›</a:t>
            </a:fld>
            <a:endParaRPr lang="fr-LU"/>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35079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42C1B57-272F-40F9-8FFD-5CAC21759745}" type="datetimeFigureOut">
              <a:rPr lang="fr-LU" smtClean="0"/>
              <a:t>19/03/2025</a:t>
            </a:fld>
            <a:endParaRPr lang="fr-LU"/>
          </a:p>
        </p:txBody>
      </p:sp>
      <p:sp>
        <p:nvSpPr>
          <p:cNvPr id="5" name="Footer Placeholder 4"/>
          <p:cNvSpPr>
            <a:spLocks noGrp="1"/>
          </p:cNvSpPr>
          <p:nvPr>
            <p:ph type="ftr" sz="quarter" idx="11"/>
          </p:nvPr>
        </p:nvSpPr>
        <p:spPr/>
        <p:txBody>
          <a:bodyPr/>
          <a:lstStyle/>
          <a:p>
            <a:endParaRPr lang="fr-LU"/>
          </a:p>
        </p:txBody>
      </p:sp>
      <p:sp>
        <p:nvSpPr>
          <p:cNvPr id="6" name="Slide Number Placeholder 5"/>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2436598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42C1B57-272F-40F9-8FFD-5CAC21759745}" type="datetimeFigureOut">
              <a:rPr lang="fr-LU" smtClean="0"/>
              <a:t>19/03/2025</a:t>
            </a:fld>
            <a:endParaRPr lang="fr-LU"/>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fr-LU"/>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4B8D9F7E-D63B-4E47-A69E-D3EFA5273EDB}" type="slidenum">
              <a:rPr lang="fr-LU" smtClean="0"/>
              <a:t>‹#›</a:t>
            </a:fld>
            <a:endParaRPr lang="fr-LU"/>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5883523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42C1B57-272F-40F9-8FFD-5CAC21759745}" type="datetimeFigureOut">
              <a:rPr lang="fr-LU" smtClean="0"/>
              <a:t>19/03/2025</a:t>
            </a:fld>
            <a:endParaRPr lang="fr-LU"/>
          </a:p>
        </p:txBody>
      </p:sp>
      <p:sp>
        <p:nvSpPr>
          <p:cNvPr id="6" name="Footer Placeholder 5"/>
          <p:cNvSpPr>
            <a:spLocks noGrp="1"/>
          </p:cNvSpPr>
          <p:nvPr>
            <p:ph type="ftr" sz="quarter" idx="11"/>
          </p:nvPr>
        </p:nvSpPr>
        <p:spPr/>
        <p:txBody>
          <a:bodyPr/>
          <a:lstStyle/>
          <a:p>
            <a:endParaRPr lang="fr-LU"/>
          </a:p>
        </p:txBody>
      </p:sp>
      <p:sp>
        <p:nvSpPr>
          <p:cNvPr id="7" name="Slide Number Placeholder 6"/>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349307593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fr-FR"/>
              <a:t>Modifiez le style du titre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257300" y="2909102"/>
            <a:ext cx="4800600" cy="299639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633864" y="2909102"/>
            <a:ext cx="4800600" cy="299639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42C1B57-272F-40F9-8FFD-5CAC21759745}" type="datetimeFigureOut">
              <a:rPr lang="fr-LU" smtClean="0"/>
              <a:t>19/03/2025</a:t>
            </a:fld>
            <a:endParaRPr lang="fr-LU"/>
          </a:p>
        </p:txBody>
      </p:sp>
      <p:sp>
        <p:nvSpPr>
          <p:cNvPr id="8" name="Footer Placeholder 7"/>
          <p:cNvSpPr>
            <a:spLocks noGrp="1"/>
          </p:cNvSpPr>
          <p:nvPr>
            <p:ph type="ftr" sz="quarter" idx="11"/>
          </p:nvPr>
        </p:nvSpPr>
        <p:spPr/>
        <p:txBody>
          <a:bodyPr/>
          <a:lstStyle/>
          <a:p>
            <a:endParaRPr lang="fr-LU"/>
          </a:p>
        </p:txBody>
      </p:sp>
      <p:sp>
        <p:nvSpPr>
          <p:cNvPr id="9" name="Slide Number Placeholder 8"/>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189921109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42C1B57-272F-40F9-8FFD-5CAC21759745}" type="datetimeFigureOut">
              <a:rPr lang="fr-LU" smtClean="0"/>
              <a:t>19/03/2025</a:t>
            </a:fld>
            <a:endParaRPr lang="fr-LU"/>
          </a:p>
        </p:txBody>
      </p:sp>
      <p:sp>
        <p:nvSpPr>
          <p:cNvPr id="4" name="Footer Placeholder 3"/>
          <p:cNvSpPr>
            <a:spLocks noGrp="1"/>
          </p:cNvSpPr>
          <p:nvPr>
            <p:ph type="ftr" sz="quarter" idx="11"/>
          </p:nvPr>
        </p:nvSpPr>
        <p:spPr/>
        <p:txBody>
          <a:bodyPr/>
          <a:lstStyle/>
          <a:p>
            <a:endParaRPr lang="fr-LU"/>
          </a:p>
        </p:txBody>
      </p:sp>
      <p:sp>
        <p:nvSpPr>
          <p:cNvPr id="5" name="Slide Number Placeholder 4"/>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358004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2C1B57-272F-40F9-8FFD-5CAC21759745}" type="datetimeFigureOut">
              <a:rPr lang="fr-LU" smtClean="0"/>
              <a:t>19/03/2025</a:t>
            </a:fld>
            <a:endParaRPr lang="fr-LU"/>
          </a:p>
        </p:txBody>
      </p:sp>
      <p:sp>
        <p:nvSpPr>
          <p:cNvPr id="3" name="Footer Placeholder 2"/>
          <p:cNvSpPr>
            <a:spLocks noGrp="1"/>
          </p:cNvSpPr>
          <p:nvPr>
            <p:ph type="ftr" sz="quarter" idx="11"/>
          </p:nvPr>
        </p:nvSpPr>
        <p:spPr/>
        <p:txBody>
          <a:bodyPr/>
          <a:lstStyle/>
          <a:p>
            <a:endParaRPr lang="fr-LU"/>
          </a:p>
        </p:txBody>
      </p:sp>
      <p:sp>
        <p:nvSpPr>
          <p:cNvPr id="4" name="Slide Number Placeholder 3"/>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3919942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fr-FR"/>
              <a:t>Modifiez le style du titre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65051" y="6375679"/>
            <a:ext cx="1233355" cy="348462"/>
          </a:xfrm>
        </p:spPr>
        <p:txBody>
          <a:bodyPr/>
          <a:lstStyle/>
          <a:p>
            <a:fld id="{242C1B57-272F-40F9-8FFD-5CAC21759745}" type="datetimeFigureOut">
              <a:rPr lang="fr-LU" smtClean="0"/>
              <a:t>19/03/2025</a:t>
            </a:fld>
            <a:endParaRPr lang="fr-LU"/>
          </a:p>
        </p:txBody>
      </p:sp>
      <p:sp>
        <p:nvSpPr>
          <p:cNvPr id="6" name="Footer Placeholder 5"/>
          <p:cNvSpPr>
            <a:spLocks noGrp="1"/>
          </p:cNvSpPr>
          <p:nvPr>
            <p:ph type="ftr" sz="quarter" idx="11"/>
          </p:nvPr>
        </p:nvSpPr>
        <p:spPr>
          <a:xfrm>
            <a:off x="2103620" y="6375679"/>
            <a:ext cx="3482179" cy="345796"/>
          </a:xfrm>
        </p:spPr>
        <p:txBody>
          <a:bodyPr/>
          <a:lstStyle/>
          <a:p>
            <a:endParaRPr lang="fr-LU"/>
          </a:p>
        </p:txBody>
      </p:sp>
      <p:sp>
        <p:nvSpPr>
          <p:cNvPr id="7" name="Slide Number Placeholder 6"/>
          <p:cNvSpPr>
            <a:spLocks noGrp="1"/>
          </p:cNvSpPr>
          <p:nvPr>
            <p:ph type="sldNum" sz="quarter" idx="12"/>
          </p:nvPr>
        </p:nvSpPr>
        <p:spPr>
          <a:xfrm>
            <a:off x="5691014" y="6375679"/>
            <a:ext cx="1232456" cy="345796"/>
          </a:xfrm>
        </p:spPr>
        <p:txBody>
          <a:bodyPr/>
          <a:lstStyle/>
          <a:p>
            <a:fld id="{4B8D9F7E-D63B-4E47-A69E-D3EFA5273EDB}" type="slidenum">
              <a:rPr lang="fr-LU" smtClean="0"/>
              <a:t>‹#›</a:t>
            </a:fld>
            <a:endParaRPr lang="fr-LU"/>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7167063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fr-FR"/>
              <a:t>Modifiez le style du titre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65950" y="6375679"/>
            <a:ext cx="1232456" cy="348462"/>
          </a:xfrm>
        </p:spPr>
        <p:txBody>
          <a:bodyPr/>
          <a:lstStyle/>
          <a:p>
            <a:fld id="{242C1B57-272F-40F9-8FFD-5CAC21759745}" type="datetimeFigureOut">
              <a:rPr lang="fr-LU" smtClean="0"/>
              <a:t>19/03/2025</a:t>
            </a:fld>
            <a:endParaRPr lang="fr-LU"/>
          </a:p>
        </p:txBody>
      </p:sp>
      <p:sp>
        <p:nvSpPr>
          <p:cNvPr id="6" name="Footer Placeholder 5"/>
          <p:cNvSpPr>
            <a:spLocks noGrp="1"/>
          </p:cNvSpPr>
          <p:nvPr>
            <p:ph type="ftr" sz="quarter" idx="11"/>
          </p:nvPr>
        </p:nvSpPr>
        <p:spPr>
          <a:xfrm>
            <a:off x="2103621" y="6375679"/>
            <a:ext cx="3482178" cy="345796"/>
          </a:xfrm>
        </p:spPr>
        <p:txBody>
          <a:bodyPr/>
          <a:lstStyle/>
          <a:p>
            <a:endParaRPr lang="fr-LU"/>
          </a:p>
        </p:txBody>
      </p:sp>
      <p:sp>
        <p:nvSpPr>
          <p:cNvPr id="7" name="Slide Number Placeholder 6"/>
          <p:cNvSpPr>
            <a:spLocks noGrp="1"/>
          </p:cNvSpPr>
          <p:nvPr>
            <p:ph type="sldNum" sz="quarter" idx="12"/>
          </p:nvPr>
        </p:nvSpPr>
        <p:spPr>
          <a:xfrm>
            <a:off x="5687568" y="6375679"/>
            <a:ext cx="1234440" cy="345796"/>
          </a:xfrm>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1099905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42C1B57-272F-40F9-8FFD-5CAC21759745}" type="datetimeFigureOut">
              <a:rPr lang="fr-LU" smtClean="0"/>
              <a:t>19/03/2025</a:t>
            </a:fld>
            <a:endParaRPr lang="fr-LU"/>
          </a:p>
        </p:txBody>
      </p:sp>
      <p:sp>
        <p:nvSpPr>
          <p:cNvPr id="5" name="Footer Placeholder 4"/>
          <p:cNvSpPr>
            <a:spLocks noGrp="1"/>
          </p:cNvSpPr>
          <p:nvPr>
            <p:ph type="ftr" sz="quarter" idx="11"/>
          </p:nvPr>
        </p:nvSpPr>
        <p:spPr/>
        <p:txBody>
          <a:bodyPr/>
          <a:lstStyle/>
          <a:p>
            <a:endParaRPr lang="fr-LU"/>
          </a:p>
        </p:txBody>
      </p:sp>
      <p:sp>
        <p:nvSpPr>
          <p:cNvPr id="6" name="Slide Number Placeholder 5"/>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952227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42C1B57-272F-40F9-8FFD-5CAC21759745}" type="datetimeFigureOut">
              <a:rPr lang="fr-LU" smtClean="0"/>
              <a:t>19/03/2025</a:t>
            </a:fld>
            <a:endParaRPr lang="fr-LU"/>
          </a:p>
        </p:txBody>
      </p:sp>
      <p:sp>
        <p:nvSpPr>
          <p:cNvPr id="5" name="Footer Placeholder 4"/>
          <p:cNvSpPr>
            <a:spLocks noGrp="1"/>
          </p:cNvSpPr>
          <p:nvPr>
            <p:ph type="ftr" sz="quarter" idx="11"/>
          </p:nvPr>
        </p:nvSpPr>
        <p:spPr/>
        <p:txBody>
          <a:bodyPr/>
          <a:lstStyle/>
          <a:p>
            <a:endParaRPr lang="fr-LU"/>
          </a:p>
        </p:txBody>
      </p:sp>
      <p:sp>
        <p:nvSpPr>
          <p:cNvPr id="6" name="Slide Number Placeholder 5"/>
          <p:cNvSpPr>
            <a:spLocks noGrp="1"/>
          </p:cNvSpPr>
          <p:nvPr>
            <p:ph type="sldNum" sz="quarter" idx="12"/>
          </p:nvPr>
        </p:nvSpPr>
        <p:spPr/>
        <p:txBody>
          <a:bodyPr/>
          <a:lstStyle/>
          <a:p>
            <a:fld id="{4B8D9F7E-D63B-4E47-A69E-D3EFA5273EDB}" type="slidenum">
              <a:rPr lang="fr-LU" smtClean="0"/>
              <a:t>‹#›</a:t>
            </a:fld>
            <a:endParaRPr lang="fr-LU"/>
          </a:p>
        </p:txBody>
      </p:sp>
    </p:spTree>
    <p:extLst>
      <p:ext uri="{BB962C8B-B14F-4D97-AF65-F5344CB8AC3E}">
        <p14:creationId xmlns:p14="http://schemas.microsoft.com/office/powerpoint/2010/main" val="1033742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242C1B57-272F-40F9-8FFD-5CAC21759745}" type="datetimeFigureOut">
              <a:rPr lang="fr-LU" smtClean="0"/>
              <a:t>19/03/2025</a:t>
            </a:fld>
            <a:endParaRPr lang="fr-LU"/>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fr-LU"/>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4B8D9F7E-D63B-4E47-A69E-D3EFA5273EDB}" type="slidenum">
              <a:rPr lang="fr-LU" smtClean="0"/>
              <a:t>‹#›</a:t>
            </a:fld>
            <a:endParaRPr lang="fr-LU"/>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494441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en-GB" dirty="0"/>
              <a:t>Failures of the EEC</a:t>
            </a:r>
            <a:endParaRPr lang="fr-LU" dirty="0"/>
          </a:p>
        </p:txBody>
      </p:sp>
      <p:sp>
        <p:nvSpPr>
          <p:cNvPr id="3" name="Sous-titre 2"/>
          <p:cNvSpPr>
            <a:spLocks noGrp="1"/>
          </p:cNvSpPr>
          <p:nvPr>
            <p:ph type="subTitle" idx="1"/>
          </p:nvPr>
        </p:nvSpPr>
        <p:spPr/>
        <p:txBody>
          <a:bodyPr/>
          <a:lstStyle/>
          <a:p>
            <a:endParaRPr lang="fr-LU"/>
          </a:p>
        </p:txBody>
      </p:sp>
    </p:spTree>
    <p:extLst>
      <p:ext uri="{BB962C8B-B14F-4D97-AF65-F5344CB8AC3E}">
        <p14:creationId xmlns:p14="http://schemas.microsoft.com/office/powerpoint/2010/main" val="93978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en-US" dirty="0"/>
              <a:t>Economic progress and the controversial CAP</a:t>
            </a:r>
            <a:br>
              <a:rPr lang="en-US" dirty="0"/>
            </a:br>
            <a:endParaRPr lang="fr-LU" dirty="0"/>
          </a:p>
        </p:txBody>
      </p:sp>
      <p:sp>
        <p:nvSpPr>
          <p:cNvPr id="3" name="Espace réservé du contenu 2"/>
          <p:cNvSpPr>
            <a:spLocks noGrp="1"/>
          </p:cNvSpPr>
          <p:nvPr>
            <p:ph idx="1"/>
          </p:nvPr>
        </p:nvSpPr>
        <p:spPr/>
        <p:txBody>
          <a:bodyPr/>
          <a:lstStyle/>
          <a:p>
            <a:r>
              <a:rPr lang="en-US" dirty="0"/>
              <a:t>Conditions for success seemed good in 1958. The economies of Western Europe were growing at a rate of 4.4 per cent a year, well above the world average, although since several non-EEC economies were also prospering, it is not certain to what extent early high growth rates in the Community were due to the existence of the EEC, or to other factors. </a:t>
            </a:r>
          </a:p>
          <a:p>
            <a:r>
              <a:rPr lang="en-US" dirty="0"/>
              <a:t>Agriculture was a contentious issue for the European Community. In 1958 it was still a major employer, accounting for 25 per cent of the French and 35 per cent of the Italian workforces. The French, Germans and Italians were very keen to protect their small farmers, even inefficient ones. The Dutch were more interested in </a:t>
            </a:r>
            <a:r>
              <a:rPr lang="en-US" dirty="0" err="1"/>
              <a:t>modernising</a:t>
            </a:r>
            <a:r>
              <a:rPr lang="en-US" dirty="0"/>
              <a:t> their farms and exporting produce. </a:t>
            </a:r>
            <a:endParaRPr lang="fr-LU" dirty="0"/>
          </a:p>
        </p:txBody>
      </p:sp>
    </p:spTree>
    <p:extLst>
      <p:ext uri="{BB962C8B-B14F-4D97-AF65-F5344CB8AC3E}">
        <p14:creationId xmlns:p14="http://schemas.microsoft.com/office/powerpoint/2010/main" val="1759561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LU"/>
          </a:p>
        </p:txBody>
      </p:sp>
      <p:sp>
        <p:nvSpPr>
          <p:cNvPr id="3" name="Espace réservé du contenu 2"/>
          <p:cNvSpPr>
            <a:spLocks noGrp="1"/>
          </p:cNvSpPr>
          <p:nvPr>
            <p:ph idx="1"/>
          </p:nvPr>
        </p:nvSpPr>
        <p:spPr/>
        <p:txBody>
          <a:bodyPr/>
          <a:lstStyle/>
          <a:p>
            <a:r>
              <a:rPr lang="en-US" dirty="0"/>
              <a:t>The controversial Common Agricultural Policy (CAP) was launched in 1962. Prices of farm products were agreed and set at a level above world prices. If agreed targets were not met, the EC would buy up the surplus. This was an expensive policy: huge surplus stocks became embarrassments such as the 'butter mountain' and 'wine lake'; surpluses were wasted or sold off cheaply outside the Community. CAP did succeed in protecting farmers and ensuring Europe's self-sufficiency in food supplies. However, consumers paid high food prices, whilst the cost to the EC's budget was enormous. In the mid-1960s CAP accounted for about 17 per cent of the total EC budget. By 1972 this proportion had risen to a staggering 75 per cent, reducing the amount that the Community could allocate to other projects.</a:t>
            </a:r>
            <a:endParaRPr lang="fr-LU" dirty="0"/>
          </a:p>
        </p:txBody>
      </p:sp>
    </p:spTree>
    <p:extLst>
      <p:ext uri="{BB962C8B-B14F-4D97-AF65-F5344CB8AC3E}">
        <p14:creationId xmlns:p14="http://schemas.microsoft.com/office/powerpoint/2010/main" val="420266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933700" y="866775"/>
            <a:ext cx="6324600" cy="5124450"/>
          </a:xfrm>
          <a:prstGeom prst="rect">
            <a:avLst/>
          </a:prstGeom>
        </p:spPr>
      </p:pic>
    </p:spTree>
    <p:extLst>
      <p:ext uri="{BB962C8B-B14F-4D97-AF65-F5344CB8AC3E}">
        <p14:creationId xmlns:p14="http://schemas.microsoft.com/office/powerpoint/2010/main" val="211260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443942" y="461122"/>
            <a:ext cx="7514359" cy="5794205"/>
          </a:xfrm>
          <a:prstGeom prst="rect">
            <a:avLst/>
          </a:prstGeom>
        </p:spPr>
      </p:pic>
    </p:spTree>
    <p:extLst>
      <p:ext uri="{BB962C8B-B14F-4D97-AF65-F5344CB8AC3E}">
        <p14:creationId xmlns:p14="http://schemas.microsoft.com/office/powerpoint/2010/main" val="328188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GB" dirty="0"/>
              <a:t>Currency Policy</a:t>
            </a:r>
            <a:endParaRPr lang="fr-LU" dirty="0"/>
          </a:p>
        </p:txBody>
      </p:sp>
      <p:sp>
        <p:nvSpPr>
          <p:cNvPr id="3" name="Espace réservé du contenu 2"/>
          <p:cNvSpPr>
            <a:spLocks noGrp="1"/>
          </p:cNvSpPr>
          <p:nvPr>
            <p:ph idx="1"/>
          </p:nvPr>
        </p:nvSpPr>
        <p:spPr/>
        <p:txBody>
          <a:bodyPr>
            <a:normAutofit lnSpcReduction="10000"/>
          </a:bodyPr>
          <a:lstStyle/>
          <a:p>
            <a:r>
              <a:rPr lang="en-GB" b="1" dirty="0"/>
              <a:t>After the 1973 oil crisis: currency fluctuations</a:t>
            </a:r>
            <a:r>
              <a:rPr lang="en-GB" dirty="0"/>
              <a:t>. That meant that imports were more expensive, because businesses had to build currency changes into the price of goods if they were exported or imported.</a:t>
            </a:r>
          </a:p>
          <a:p>
            <a:r>
              <a:rPr lang="en-GB" dirty="0"/>
              <a:t>The EEC sought to create a common currency, but this failed because of severe economic problems of members</a:t>
            </a:r>
          </a:p>
          <a:p>
            <a:r>
              <a:rPr lang="en-GB" dirty="0"/>
              <a:t>In 1972 the member states agreed a mechanism known as “the snake”, which aimed to keep the EEC currency fluctuations within 2%</a:t>
            </a:r>
          </a:p>
          <a:p>
            <a:r>
              <a:rPr lang="en-GB" dirty="0"/>
              <a:t>That didn’t work after 1973 and the oil crisis. The snake was too rigid, so it was replaced with the Exchange Rate Mechanism (ERM) in 1979. In practice it meant that European currencies were bound to the German Deutschmark (the most powerful currency in the EC)</a:t>
            </a:r>
            <a:endParaRPr lang="fr-LU" dirty="0"/>
          </a:p>
        </p:txBody>
      </p:sp>
    </p:spTree>
    <p:extLst>
      <p:ext uri="{BB962C8B-B14F-4D97-AF65-F5344CB8AC3E}">
        <p14:creationId xmlns:p14="http://schemas.microsoft.com/office/powerpoint/2010/main" val="2078654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fficher l’image sour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0457" y="1238596"/>
            <a:ext cx="7660147" cy="4865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480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GB" dirty="0"/>
              <a:t>Trade policy</a:t>
            </a:r>
            <a:endParaRPr lang="fr-LU" dirty="0"/>
          </a:p>
        </p:txBody>
      </p:sp>
      <p:sp>
        <p:nvSpPr>
          <p:cNvPr id="3" name="Espace réservé du contenu 2"/>
          <p:cNvSpPr>
            <a:spLocks noGrp="1"/>
          </p:cNvSpPr>
          <p:nvPr>
            <p:ph idx="1"/>
          </p:nvPr>
        </p:nvSpPr>
        <p:spPr/>
        <p:txBody>
          <a:bodyPr/>
          <a:lstStyle/>
          <a:p>
            <a:r>
              <a:rPr lang="en-GB" dirty="0"/>
              <a:t>After 1973 there was pressure to </a:t>
            </a:r>
            <a:r>
              <a:rPr lang="en-GB" b="1" dirty="0"/>
              <a:t>protect local industries </a:t>
            </a:r>
            <a:r>
              <a:rPr lang="en-GB" dirty="0"/>
              <a:t>from foreign competition. Attempts of the Commission to deal with the problems that emerged were stopped by states who used their </a:t>
            </a:r>
            <a:r>
              <a:rPr lang="en-GB" dirty="0" err="1"/>
              <a:t>vetos</a:t>
            </a:r>
            <a:r>
              <a:rPr lang="en-GB" dirty="0"/>
              <a:t>.</a:t>
            </a:r>
            <a:endParaRPr lang="fr-LU" dirty="0"/>
          </a:p>
        </p:txBody>
      </p:sp>
    </p:spTree>
    <p:extLst>
      <p:ext uri="{BB962C8B-B14F-4D97-AF65-F5344CB8AC3E}">
        <p14:creationId xmlns:p14="http://schemas.microsoft.com/office/powerpoint/2010/main" val="268862086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ADF40C-6780-4B6B-B7B3-D31B4CE09123}">
  <ds:schemaRefs>
    <ds:schemaRef ds:uri="http://schemas.microsoft.com/office/2006/metadata/properties"/>
    <ds:schemaRef ds:uri="http://schemas.microsoft.com/office/infopath/2007/PartnerControls"/>
    <ds:schemaRef ds:uri="8fea1787-2ef9-4f1d-aacd-0861f6e873fa"/>
    <ds:schemaRef ds:uri="0c0b9f58-b642-446f-914d-3f292fb83902"/>
  </ds:schemaRefs>
</ds:datastoreItem>
</file>

<file path=customXml/itemProps2.xml><?xml version="1.0" encoding="utf-8"?>
<ds:datastoreItem xmlns:ds="http://schemas.openxmlformats.org/officeDocument/2006/customXml" ds:itemID="{8FF71D95-0AA8-4016-977C-2A69AE3CE982}">
  <ds:schemaRefs>
    <ds:schemaRef ds:uri="http://schemas.microsoft.com/sharepoint/v3/contenttype/forms"/>
  </ds:schemaRefs>
</ds:datastoreItem>
</file>

<file path=customXml/itemProps3.xml><?xml version="1.0" encoding="utf-8"?>
<ds:datastoreItem xmlns:ds="http://schemas.openxmlformats.org/officeDocument/2006/customXml" ds:itemID="{06B06164-2652-4966-9C91-DA5E8645C0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TM10001106[[fn=Badge]]</Template>
  <TotalTime>0</TotalTime>
  <Words>465</Words>
  <Application>Microsoft Office PowerPoint</Application>
  <PresentationFormat>Widescreen</PresentationFormat>
  <Paragraphs>12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Badge</vt:lpstr>
      <vt:lpstr>Failures of the EEC</vt:lpstr>
      <vt:lpstr>Economic progress and the controversial CAP </vt:lpstr>
      <vt:lpstr>PowerPoint Presentation</vt:lpstr>
      <vt:lpstr>PowerPoint Presentation</vt:lpstr>
      <vt:lpstr>PowerPoint Presentation</vt:lpstr>
      <vt:lpstr>Currency Policy</vt:lpstr>
      <vt:lpstr>PowerPoint Presentation</vt:lpstr>
      <vt:lpstr>Trade policy</vt:lpstr>
    </vt:vector>
  </TitlesOfParts>
  <Company>European School Luxembourg 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Failures of the EEC</dc:title>
  <dc:creator>KNITOU Vasiliki</dc:creator>
  <cp:lastModifiedBy>KNITOU Vasiliki</cp:lastModifiedBy>
  <cp:revision>5</cp:revision>
  <dcterms:created xsi:type="dcterms:W3CDTF">2021-02-01T14:25:06Z</dcterms:created>
  <dcterms:modified xsi:type="dcterms:W3CDTF">2025-03-19T07:38:25Z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