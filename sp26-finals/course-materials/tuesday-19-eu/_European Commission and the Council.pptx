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embeddedFontLst>
    <p:embeddedFont>
      <p:font typeface="Bebas Neue"/>
      <p:regular r:id="rId16"/>
    </p:embeddedFont>
    <p:embeddedFont>
      <p:font typeface="Public Sans"/>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ublic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ublicSans-regular.fntdata"/><Relationship Id="rId16" Type="http://schemas.openxmlformats.org/officeDocument/2006/relationships/font" Target="fonts/BebasNeue-regular.fntdata"/><Relationship Id="rId5" Type="http://schemas.openxmlformats.org/officeDocument/2006/relationships/notesMaster" Target="notesMasters/notesMaster1.xml"/><Relationship Id="rId19" Type="http://schemas.openxmlformats.org/officeDocument/2006/relationships/font" Target="fonts/PublicSans-italic.fntdata"/><Relationship Id="rId6" Type="http://schemas.openxmlformats.org/officeDocument/2006/relationships/slide" Target="slides/slide1.xml"/><Relationship Id="rId18" Type="http://schemas.openxmlformats.org/officeDocument/2006/relationships/font" Target="fonts/PublicSans-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European Commission is often described as the EU’s executive body. Its role is to ensure the implementation of EU policy, to handle the budget of the EU, to protect competition across member states, represent the EU on the world stage, and to propose specific EU legislation.</a:t>
            </a:r>
            <a:r>
              <a:rPr lang="en-US"/>
              <a:t> It ensures that EU laws are implemented correctly across member states . In addition, the Commission manages the EU budget, enforces competition rules to prevent unfair market behavior, and negotiates trade agreements on behalf of the EU with other countries or organizations. </a:t>
            </a:r>
            <a:endParaRPr/>
          </a:p>
        </p:txBody>
      </p:sp>
      <p:sp>
        <p:nvSpPr>
          <p:cNvPr id="92" name="Google Shape;9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e66cea629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Commission has both political leadership and administrative staff. It is led by the Commission President and the College of Commissioners. There are 27 commissioners, one from each EU member state, and each commissioner is responsible for a specific policy area. The Commission is also supported by a large administrative staff of about 33,000 people who work in departments called Directorates-General, which handle specific policy areas like agriculture, health, or climate policy. </a:t>
            </a:r>
            <a:endParaRPr/>
          </a:p>
        </p:txBody>
      </p:sp>
      <p:sp>
        <p:nvSpPr>
          <p:cNvPr id="101" name="Google Shape;101;g3ce66cea629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e66cea62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Commission has significant influence because it proposes legislation and helps shape the EU policy agenda. It also represents the EU internationally by negotiating agreements with other countries. But its power is limited because its proposals must be approved by the Council and the European Parliament before they become law. The Commission also depends on member states to actually implement and courts to enforce EU policies within countries. Further, the Eropean Council mandates the Commission negotiates with third parties on its behalf, and sets the terms for trade negotiations.</a:t>
            </a:r>
            <a:endParaRPr/>
          </a:p>
          <a:p>
            <a:pPr indent="0" lvl="0" marL="0" rtl="0" algn="l">
              <a:spcBef>
                <a:spcPts val="0"/>
              </a:spcBef>
              <a:spcAft>
                <a:spcPts val="0"/>
              </a:spcAft>
              <a:buNone/>
            </a:pPr>
            <a:r>
              <a:t/>
            </a:r>
            <a:endParaRPr/>
          </a:p>
        </p:txBody>
      </p:sp>
      <p:sp>
        <p:nvSpPr>
          <p:cNvPr id="110" name="Google Shape;110;g3ce66cea629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e66cea62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European Council brings together the heads of state or government from all EU member states. In 1974, it was founded as an informal summit by heads of state to direct EU strategy, but in 2009, amendments to the </a:t>
            </a:r>
            <a:r>
              <a:rPr lang="en-US"/>
              <a:t>Lisbon</a:t>
            </a:r>
            <a:r>
              <a:rPr lang="en-US"/>
              <a:t> treaty turned it into an official, top-level institution of the EU.</a:t>
            </a:r>
            <a:endParaRPr/>
          </a:p>
          <a:p>
            <a:pPr indent="0" lvl="0" marL="0" rtl="0" algn="l">
              <a:spcBef>
                <a:spcPts val="0"/>
              </a:spcBef>
              <a:spcAft>
                <a:spcPts val="0"/>
              </a:spcAft>
              <a:buNone/>
            </a:pPr>
            <a:r>
              <a:rPr lang="en-US"/>
              <a:t>It is the highest EU authority. Its main role is to set the EU’s overall political direction and priorities. It cannot create legislation directly, as it focuses on major political questions and its long-term agenda. For example, the European Council has played a major role in treaty changes, the expansion of the EU to new member states, and the development of common policies like the euro and foreign policy cooperation. </a:t>
            </a:r>
            <a:endParaRPr/>
          </a:p>
        </p:txBody>
      </p:sp>
      <p:sp>
        <p:nvSpPr>
          <p:cNvPr id="122" name="Google Shape;122;g3ce66cea629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e66cea629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European Council is led by its President, who is elected by the member states for a two-and-a-half-year term and can serve up to two terms. The President’s main responsibilities are to organize meetings, chair discussions, and help coordinate cooperation between national leaders. Membership in the European Council is limited to the President, the President of the Commission, and the heads of state or government from each EU country. </a:t>
            </a:r>
            <a:endParaRPr/>
          </a:p>
        </p:txBody>
      </p:sp>
      <p:sp>
        <p:nvSpPr>
          <p:cNvPr id="131" name="Google Shape;131;g3ce66cea629_0_2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ce66cea62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European Council usually meets at least four times per year, but it can call emergency meetings in times of crisis. In meetings, leaders confront major political issues facing the EU and decide on the priorities to focus on. Decisions are typically made through consensus, which requires much negotiation. While their meetings usually last 2 days, they can take much longer for negotiations. The outcomes are published as official “conclusions,” which outline the EU’s goals and future actions.</a:t>
            </a:r>
            <a:endParaRPr/>
          </a:p>
        </p:txBody>
      </p:sp>
      <p:sp>
        <p:nvSpPr>
          <p:cNvPr id="140" name="Google Shape;140;g3ce66cea629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ce899aeeb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Council of the European Union, also known as the Council of Ministers, represents the governments of the EU’s member states. It is one of the main legislative bodies of the EU. National ministers attend meetings depending on the topic being discussed. For example, agriculture ministers meet to discuss agricultural policy, while finance ministers meet to discuss economic issues. Along with the European Parliament, the Council of the EU is responsible for negotiating and adopting EU laws.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Council meetings occur 70 to 80 times per year, and are organised according to policy subject.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Presidency is held by a national government for 6 motnhs, and each president is expected to work closely with their predecessor and their successor. These 3 representatives outline an 18-month policy agenda for the Council.</a:t>
            </a:r>
            <a:endParaRPr/>
          </a:p>
        </p:txBody>
      </p:sp>
      <p:sp>
        <p:nvSpPr>
          <p:cNvPr id="149" name="Google Shape;149;g3ce899aeebd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e66cea62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The Council of the EU has several key responsibilities. First, it negotiates and adopts EU legislation together with the European Parliament. It also </a:t>
            </a:r>
            <a:r>
              <a:rPr lang="en-US">
                <a:solidFill>
                  <a:schemeClr val="dk1"/>
                </a:solidFill>
              </a:rPr>
              <a:t>coordinates</a:t>
            </a:r>
            <a:r>
              <a:rPr lang="en-US">
                <a:solidFill>
                  <a:schemeClr val="dk1"/>
                </a:solidFill>
              </a:rPr>
              <a:t>, or monitors, economic and policy decisions among EU member states. In addition, the Council helps manage the EU’s foreign and security policy, approves international trade agreements, and works with Parliament to adopt the EU’s annual budget. These responsibilities make it one of the most important institutions for representing national governments in EU decision-making. </a:t>
            </a:r>
            <a:endParaRPr>
              <a:solidFill>
                <a:schemeClr val="dk1"/>
              </a:solidFill>
            </a:endParaRPr>
          </a:p>
          <a:p>
            <a:pPr indent="0" lvl="0" marL="0" rtl="0" algn="l">
              <a:spcBef>
                <a:spcPts val="0"/>
              </a:spcBef>
              <a:spcAft>
                <a:spcPts val="0"/>
              </a:spcAft>
              <a:buNone/>
            </a:pPr>
            <a:r>
              <a:t/>
            </a:r>
            <a:endParaRPr/>
          </a:p>
        </p:txBody>
      </p:sp>
      <p:sp>
        <p:nvSpPr>
          <p:cNvPr id="157" name="Google Shape;157;g3ce66cea629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ce66cea629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g3ce66cea629_0_1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2">
              <a:alphaModFix/>
            </a:blip>
            <a:stretch>
              <a:fillRect b="-75639" l="0" r="0" t="-75629"/>
            </a:stretch>
          </a:blipFill>
          <a:ln>
            <a:noFill/>
          </a:ln>
        </p:spPr>
      </p:sp>
      <p:sp>
        <p:nvSpPr>
          <p:cNvPr id="18" name="Google Shape;18;p3"/>
          <p:cNvSpPr/>
          <p:nvPr/>
        </p:nvSpPr>
        <p:spPr>
          <a:xfrm>
            <a:off x="1936482" y="9042559"/>
            <a:ext cx="6245133" cy="215741"/>
          </a:xfrm>
          <a:custGeom>
            <a:rect b="b" l="l" r="r" t="t"/>
            <a:pathLst>
              <a:path extrusionOk="0" h="215741" w="6245133">
                <a:moveTo>
                  <a:pt x="0" y="0"/>
                </a:moveTo>
                <a:lnTo>
                  <a:pt x="6245133" y="0"/>
                </a:lnTo>
                <a:lnTo>
                  <a:pt x="6245133" y="215741"/>
                </a:lnTo>
                <a:lnTo>
                  <a:pt x="0" y="215741"/>
                </a:lnTo>
                <a:lnTo>
                  <a:pt x="0" y="0"/>
                </a:lnTo>
                <a:close/>
              </a:path>
            </a:pathLst>
          </a:custGeom>
          <a:blipFill rotWithShape="1">
            <a:blip r:embed="rId3">
              <a:alphaModFix/>
            </a:blip>
            <a:stretch>
              <a:fillRect b="0" l="0" r="0" t="0"/>
            </a:stretch>
          </a:blipFill>
          <a:ln>
            <a:noFill/>
          </a:ln>
        </p:spPr>
      </p:sp>
      <p:sp>
        <p:nvSpPr>
          <p:cNvPr id="19" name="Google Shape;19;p3"/>
          <p:cNvSpPr/>
          <p:nvPr/>
        </p:nvSpPr>
        <p:spPr>
          <a:xfrm>
            <a:off x="1169182" y="1130346"/>
            <a:ext cx="3041517" cy="215741"/>
          </a:xfrm>
          <a:custGeom>
            <a:rect b="b" l="l" r="r" t="t"/>
            <a:pathLst>
              <a:path extrusionOk="0" h="215741" w="3041517">
                <a:moveTo>
                  <a:pt x="0" y="0"/>
                </a:moveTo>
                <a:lnTo>
                  <a:pt x="3041517" y="0"/>
                </a:lnTo>
                <a:lnTo>
                  <a:pt x="3041517" y="215741"/>
                </a:lnTo>
                <a:lnTo>
                  <a:pt x="0" y="215741"/>
                </a:lnTo>
                <a:lnTo>
                  <a:pt x="0" y="0"/>
                </a:lnTo>
                <a:close/>
              </a:path>
            </a:pathLst>
          </a:custGeom>
          <a:blipFill rotWithShape="1">
            <a:blip r:embed="rId3">
              <a:alphaModFix/>
            </a:blip>
            <a:stretch>
              <a:fillRect b="0" l="0" r="-105330" t="0"/>
            </a:stretch>
          </a:blipFill>
          <a:ln>
            <a:noFill/>
          </a:ln>
        </p:spPr>
      </p:sp>
      <p:sp>
        <p:nvSpPr>
          <p:cNvPr id="20" name="Google Shape;20;p3"/>
          <p:cNvSpPr/>
          <p:nvPr/>
        </p:nvSpPr>
        <p:spPr>
          <a:xfrm flipH="1">
            <a:off x="6242964" y="1130346"/>
            <a:ext cx="3041517" cy="215741"/>
          </a:xfrm>
          <a:custGeom>
            <a:rect b="b" l="l" r="r" t="t"/>
            <a:pathLst>
              <a:path extrusionOk="0" h="215741" w="3041517">
                <a:moveTo>
                  <a:pt x="3041518" y="0"/>
                </a:moveTo>
                <a:lnTo>
                  <a:pt x="0" y="0"/>
                </a:lnTo>
                <a:lnTo>
                  <a:pt x="0" y="215741"/>
                </a:lnTo>
                <a:lnTo>
                  <a:pt x="3041518" y="215741"/>
                </a:lnTo>
                <a:lnTo>
                  <a:pt x="3041518" y="0"/>
                </a:lnTo>
                <a:close/>
              </a:path>
            </a:pathLst>
          </a:custGeom>
          <a:blipFill rotWithShape="1">
            <a:blip r:embed="rId3">
              <a:alphaModFix/>
            </a:blip>
            <a:stretch>
              <a:fillRect b="0" l="0" r="-105330" t="0"/>
            </a:stretch>
          </a:blipFill>
          <a:ln>
            <a:noFill/>
          </a:ln>
        </p:spPr>
      </p:sp>
      <p:sp>
        <p:nvSpPr>
          <p:cNvPr id="21" name="Google Shape;21;p3"/>
          <p:cNvSpPr/>
          <p:nvPr>
            <p:ph idx="2" type="pic"/>
          </p:nvPr>
        </p:nvSpPr>
        <p:spPr>
          <a:xfrm>
            <a:off x="10397900" y="0"/>
            <a:ext cx="7927200" cy="10345500"/>
          </a:xfrm>
          <a:prstGeom prst="rect">
            <a:avLst/>
          </a:prstGeom>
          <a:noFill/>
          <a:ln>
            <a:noFill/>
          </a:ln>
        </p:spPr>
      </p:sp>
      <p:sp>
        <p:nvSpPr>
          <p:cNvPr id="22" name="Google Shape;22;p3"/>
          <p:cNvSpPr txBox="1"/>
          <p:nvPr>
            <p:ph type="title"/>
          </p:nvPr>
        </p:nvSpPr>
        <p:spPr>
          <a:xfrm>
            <a:off x="1112000" y="2240411"/>
            <a:ext cx="8229600" cy="5623500"/>
          </a:xfrm>
          <a:prstGeom prst="rect">
            <a:avLst/>
          </a:prstGeom>
          <a:noFill/>
          <a:ln>
            <a:noFill/>
          </a:ln>
        </p:spPr>
        <p:txBody>
          <a:bodyPr anchorCtr="0" anchor="ctr" bIns="45700" lIns="91425" spcFirstLastPara="1" rIns="91425" wrap="square" tIns="45700">
            <a:normAutofit/>
          </a:bodyPr>
          <a:lstStyle>
            <a:lvl1pPr lvl="0" marR="0" algn="ctr">
              <a:lnSpc>
                <a:spcPct val="80000"/>
              </a:lnSpc>
              <a:spcBef>
                <a:spcPts val="0"/>
              </a:spcBef>
              <a:spcAft>
                <a:spcPts val="0"/>
              </a:spcAft>
              <a:buClr>
                <a:srgbClr val="800000"/>
              </a:buClr>
              <a:buSzPts val="16000"/>
              <a:buFont typeface="Bebas Neue"/>
              <a:buNone/>
              <a:defRPr i="0" sz="16000" u="none" cap="none" strike="noStrike">
                <a:solidFill>
                  <a:srgbClr val="800000"/>
                </a:solidFill>
                <a:latin typeface="Bebas Neue"/>
                <a:ea typeface="Bebas Neue"/>
                <a:cs typeface="Bebas Neue"/>
                <a:sym typeface="Bebas Neue"/>
              </a:defRPr>
            </a:lvl1pPr>
            <a:lvl2pPr lvl="1">
              <a:lnSpc>
                <a:spcPct val="80000"/>
              </a:lnSpc>
              <a:spcBef>
                <a:spcPts val="0"/>
              </a:spcBef>
              <a:spcAft>
                <a:spcPts val="0"/>
              </a:spcAft>
              <a:buSzPts val="16000"/>
              <a:buNone/>
              <a:defRPr sz="16000"/>
            </a:lvl2pPr>
            <a:lvl3pPr lvl="2">
              <a:lnSpc>
                <a:spcPct val="80000"/>
              </a:lnSpc>
              <a:spcBef>
                <a:spcPts val="0"/>
              </a:spcBef>
              <a:spcAft>
                <a:spcPts val="0"/>
              </a:spcAft>
              <a:buSzPts val="16000"/>
              <a:buNone/>
              <a:defRPr sz="16000"/>
            </a:lvl3pPr>
            <a:lvl4pPr lvl="3">
              <a:lnSpc>
                <a:spcPct val="80000"/>
              </a:lnSpc>
              <a:spcBef>
                <a:spcPts val="0"/>
              </a:spcBef>
              <a:spcAft>
                <a:spcPts val="0"/>
              </a:spcAft>
              <a:buSzPts val="16000"/>
              <a:buNone/>
              <a:defRPr sz="16000"/>
            </a:lvl4pPr>
            <a:lvl5pPr lvl="4">
              <a:lnSpc>
                <a:spcPct val="80000"/>
              </a:lnSpc>
              <a:spcBef>
                <a:spcPts val="0"/>
              </a:spcBef>
              <a:spcAft>
                <a:spcPts val="0"/>
              </a:spcAft>
              <a:buSzPts val="16000"/>
              <a:buNone/>
              <a:defRPr sz="16000"/>
            </a:lvl5pPr>
            <a:lvl6pPr lvl="5">
              <a:lnSpc>
                <a:spcPct val="80000"/>
              </a:lnSpc>
              <a:spcBef>
                <a:spcPts val="0"/>
              </a:spcBef>
              <a:spcAft>
                <a:spcPts val="0"/>
              </a:spcAft>
              <a:buSzPts val="16000"/>
              <a:buNone/>
              <a:defRPr sz="16000"/>
            </a:lvl6pPr>
            <a:lvl7pPr lvl="6">
              <a:lnSpc>
                <a:spcPct val="80000"/>
              </a:lnSpc>
              <a:spcBef>
                <a:spcPts val="0"/>
              </a:spcBef>
              <a:spcAft>
                <a:spcPts val="0"/>
              </a:spcAft>
              <a:buSzPts val="16000"/>
              <a:buNone/>
              <a:defRPr sz="16000"/>
            </a:lvl7pPr>
            <a:lvl8pPr lvl="7">
              <a:lnSpc>
                <a:spcPct val="80000"/>
              </a:lnSpc>
              <a:spcBef>
                <a:spcPts val="0"/>
              </a:spcBef>
              <a:spcAft>
                <a:spcPts val="0"/>
              </a:spcAft>
              <a:buSzPts val="16000"/>
              <a:buNone/>
              <a:defRPr sz="16000"/>
            </a:lvl8pPr>
            <a:lvl9pPr lvl="8">
              <a:lnSpc>
                <a:spcPct val="80000"/>
              </a:lnSpc>
              <a:spcBef>
                <a:spcPts val="0"/>
              </a:spcBef>
              <a:spcAft>
                <a:spcPts val="0"/>
              </a:spcAft>
              <a:buSzPts val="16000"/>
              <a:buNone/>
              <a:defRPr sz="16000"/>
            </a:lvl9pPr>
          </a:lstStyle>
          <a:p/>
        </p:txBody>
      </p:sp>
      <p:sp>
        <p:nvSpPr>
          <p:cNvPr id="23" name="Google Shape;23;p3"/>
          <p:cNvSpPr txBox="1"/>
          <p:nvPr>
            <p:ph idx="1" type="body"/>
          </p:nvPr>
        </p:nvSpPr>
        <p:spPr>
          <a:xfrm>
            <a:off x="1307500" y="8225825"/>
            <a:ext cx="8229600" cy="454800"/>
          </a:xfrm>
          <a:prstGeom prst="rect">
            <a:avLst/>
          </a:prstGeom>
          <a:noFill/>
          <a:ln>
            <a:noFill/>
          </a:ln>
        </p:spPr>
        <p:txBody>
          <a:bodyPr anchorCtr="0" anchor="t" bIns="45700" lIns="91425" spcFirstLastPara="1" rIns="91425" wrap="square" tIns="45700">
            <a:normAutofit/>
          </a:bodyPr>
          <a:lstStyle>
            <a:lvl1pPr indent="-355600" lvl="0" marL="457200" marR="0" algn="ctr">
              <a:spcBef>
                <a:spcPts val="64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1pPr>
            <a:lvl2pPr indent="-355600" lvl="1" marL="914400" marR="0" algn="ctr">
              <a:spcBef>
                <a:spcPts val="56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2pPr>
            <a:lvl3pPr indent="-355600" lvl="2" marL="1371600" marR="0" algn="ctr">
              <a:spcBef>
                <a:spcPts val="48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3pPr>
            <a:lvl4pPr indent="-355600" lvl="3" marL="18288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4pPr>
            <a:lvl5pPr indent="-355600" lvl="4" marL="22860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5pPr>
            <a:lvl6pPr indent="-355600" lvl="5" marL="27432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6pPr>
            <a:lvl7pPr indent="-355600" lvl="6" marL="32004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7pPr>
            <a:lvl8pPr indent="-355600" lvl="7" marL="36576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8pPr>
            <a:lvl9pPr indent="-355600" lvl="8" marL="41148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4"/>
          <p:cNvSpPr/>
          <p:nvPr>
            <p:ph idx="2" type="pic"/>
          </p:nvPr>
        </p:nvSpPr>
        <p:spPr>
          <a:xfrm>
            <a:off x="-12325" y="-15400"/>
            <a:ext cx="18288000" cy="10287000"/>
          </a:xfrm>
          <a:prstGeom prst="rect">
            <a:avLst/>
          </a:prstGeom>
          <a:noFill/>
          <a:ln>
            <a:noFill/>
          </a:ln>
        </p:spPr>
      </p:sp>
      <p:sp>
        <p:nvSpPr>
          <p:cNvPr id="26" name="Google Shape;26;p4"/>
          <p:cNvSpPr txBox="1"/>
          <p:nvPr>
            <p:ph type="title"/>
          </p:nvPr>
        </p:nvSpPr>
        <p:spPr>
          <a:xfrm>
            <a:off x="5016875" y="7406398"/>
            <a:ext cx="8229600" cy="929400"/>
          </a:xfrm>
          <a:prstGeom prst="rect">
            <a:avLst/>
          </a:prstGeom>
          <a:noFill/>
          <a:ln>
            <a:noFill/>
          </a:ln>
        </p:spPr>
        <p:txBody>
          <a:bodyPr anchorCtr="0" anchor="ctr" bIns="45700" lIns="91425" spcFirstLastPara="1" rIns="91425" wrap="square" tIns="45700">
            <a:normAutofit/>
          </a:bodyPr>
          <a:lstStyle>
            <a:lvl1pPr lvl="0" marR="0" algn="ctr">
              <a:lnSpc>
                <a:spcPct val="80000"/>
              </a:lnSpc>
              <a:spcBef>
                <a:spcPts val="0"/>
              </a:spcBef>
              <a:spcAft>
                <a:spcPts val="0"/>
              </a:spcAft>
              <a:buClr>
                <a:srgbClr val="800000"/>
              </a:buClr>
              <a:buSzPts val="4000"/>
              <a:buFont typeface="Bebas Neue"/>
              <a:buNone/>
              <a:defRPr i="0" sz="4000" u="none" cap="none" strike="noStrike">
                <a:solidFill>
                  <a:srgbClr val="800000"/>
                </a:solidFill>
                <a:latin typeface="Bebas Neue"/>
                <a:ea typeface="Bebas Neue"/>
                <a:cs typeface="Bebas Neue"/>
                <a:sym typeface="Bebas Neue"/>
              </a:defRPr>
            </a:lvl1pPr>
            <a:lvl2pPr lvl="1">
              <a:lnSpc>
                <a:spcPct val="80000"/>
              </a:lnSpc>
              <a:spcBef>
                <a:spcPts val="0"/>
              </a:spcBef>
              <a:spcAft>
                <a:spcPts val="0"/>
              </a:spcAft>
              <a:buSzPts val="4000"/>
              <a:buNone/>
              <a:defRPr sz="4000"/>
            </a:lvl2pPr>
            <a:lvl3pPr lvl="2">
              <a:lnSpc>
                <a:spcPct val="80000"/>
              </a:lnSpc>
              <a:spcBef>
                <a:spcPts val="0"/>
              </a:spcBef>
              <a:spcAft>
                <a:spcPts val="0"/>
              </a:spcAft>
              <a:buSzPts val="4000"/>
              <a:buNone/>
              <a:defRPr sz="4000"/>
            </a:lvl3pPr>
            <a:lvl4pPr lvl="3">
              <a:lnSpc>
                <a:spcPct val="80000"/>
              </a:lnSpc>
              <a:spcBef>
                <a:spcPts val="0"/>
              </a:spcBef>
              <a:spcAft>
                <a:spcPts val="0"/>
              </a:spcAft>
              <a:buSzPts val="4000"/>
              <a:buNone/>
              <a:defRPr sz="4000"/>
            </a:lvl4pPr>
            <a:lvl5pPr lvl="4">
              <a:lnSpc>
                <a:spcPct val="80000"/>
              </a:lnSpc>
              <a:spcBef>
                <a:spcPts val="0"/>
              </a:spcBef>
              <a:spcAft>
                <a:spcPts val="0"/>
              </a:spcAft>
              <a:buSzPts val="4000"/>
              <a:buNone/>
              <a:defRPr sz="4000"/>
            </a:lvl5pPr>
            <a:lvl6pPr lvl="5">
              <a:lnSpc>
                <a:spcPct val="80000"/>
              </a:lnSpc>
              <a:spcBef>
                <a:spcPts val="0"/>
              </a:spcBef>
              <a:spcAft>
                <a:spcPts val="0"/>
              </a:spcAft>
              <a:buSzPts val="4000"/>
              <a:buNone/>
              <a:defRPr sz="4000"/>
            </a:lvl6pPr>
            <a:lvl7pPr lvl="6">
              <a:lnSpc>
                <a:spcPct val="80000"/>
              </a:lnSpc>
              <a:spcBef>
                <a:spcPts val="0"/>
              </a:spcBef>
              <a:spcAft>
                <a:spcPts val="0"/>
              </a:spcAft>
              <a:buSzPts val="4000"/>
              <a:buNone/>
              <a:defRPr sz="4000"/>
            </a:lvl7pPr>
            <a:lvl8pPr lvl="7">
              <a:lnSpc>
                <a:spcPct val="80000"/>
              </a:lnSpc>
              <a:spcBef>
                <a:spcPts val="0"/>
              </a:spcBef>
              <a:spcAft>
                <a:spcPts val="0"/>
              </a:spcAft>
              <a:buSzPts val="4000"/>
              <a:buNone/>
              <a:defRPr sz="4000"/>
            </a:lvl8pPr>
            <a:lvl9pPr lvl="8">
              <a:lnSpc>
                <a:spcPct val="80000"/>
              </a:lnSpc>
              <a:spcBef>
                <a:spcPts val="0"/>
              </a:spcBef>
              <a:spcAft>
                <a:spcPts val="0"/>
              </a:spcAft>
              <a:buSzPts val="4000"/>
              <a:buNone/>
              <a:defRPr sz="4000"/>
            </a:lvl9pPr>
          </a:lstStyle>
          <a:p/>
        </p:txBody>
      </p:sp>
      <p:sp>
        <p:nvSpPr>
          <p:cNvPr id="27" name="Google Shape;27;p4"/>
          <p:cNvSpPr txBox="1"/>
          <p:nvPr>
            <p:ph idx="1" type="body"/>
          </p:nvPr>
        </p:nvSpPr>
        <p:spPr>
          <a:xfrm>
            <a:off x="5016875" y="8289600"/>
            <a:ext cx="8229600" cy="454800"/>
          </a:xfrm>
          <a:prstGeom prst="rect">
            <a:avLst/>
          </a:prstGeom>
          <a:noFill/>
          <a:ln>
            <a:noFill/>
          </a:ln>
        </p:spPr>
        <p:txBody>
          <a:bodyPr anchorCtr="0" anchor="t" bIns="45700" lIns="91425" spcFirstLastPara="1" rIns="91425" wrap="square" tIns="45700">
            <a:normAutofit/>
          </a:bodyPr>
          <a:lstStyle>
            <a:lvl1pPr indent="-355600" lvl="0" marL="457200" marR="0" algn="ctr">
              <a:spcBef>
                <a:spcPts val="64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1pPr>
            <a:lvl2pPr indent="-355600" lvl="1" marL="914400" marR="0" algn="ctr">
              <a:spcBef>
                <a:spcPts val="56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2pPr>
            <a:lvl3pPr indent="-355600" lvl="2" marL="1371600" marR="0" algn="ctr">
              <a:spcBef>
                <a:spcPts val="48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3pPr>
            <a:lvl4pPr indent="-355600" lvl="3" marL="18288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4pPr>
            <a:lvl5pPr indent="-355600" lvl="4" marL="22860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5pPr>
            <a:lvl6pPr indent="-355600" lvl="5" marL="27432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6pPr>
            <a:lvl7pPr indent="-355600" lvl="6" marL="32004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7pPr>
            <a:lvl8pPr indent="-355600" lvl="7" marL="36576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8pPr>
            <a:lvl9pPr indent="-355600" lvl="8" marL="4114800" marR="0" algn="ctr">
              <a:spcBef>
                <a:spcPts val="400"/>
              </a:spcBef>
              <a:spcAft>
                <a:spcPts val="0"/>
              </a:spcAft>
              <a:buClr>
                <a:srgbClr val="800000"/>
              </a:buClr>
              <a:buSzPts val="2000"/>
              <a:buFont typeface="Public Sans"/>
              <a:buChar char="•"/>
              <a:defRPr i="0" u="none" cap="none" strike="noStrike">
                <a:solidFill>
                  <a:srgbClr val="800000"/>
                </a:solidFill>
                <a:latin typeface="Public Sans"/>
                <a:ea typeface="Public Sans"/>
                <a:cs typeface="Public Sans"/>
                <a:sym typeface="Public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8" name="Google Shape;58;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9" name="Google Shape;5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p:nvPr>
            <p:ph idx="2" type="pic"/>
          </p:nvPr>
        </p:nvSpPr>
        <p:spPr>
          <a:xfrm>
            <a:off x="1792288" y="612775"/>
            <a:ext cx="5486400" cy="4114800"/>
          </a:xfrm>
          <a:prstGeom prst="rect">
            <a:avLst/>
          </a:prstGeom>
          <a:noFill/>
          <a:ln>
            <a:noFill/>
          </a:ln>
        </p:spPr>
      </p:sp>
      <p:sp>
        <p:nvSpPr>
          <p:cNvPr id="65" name="Google Shape;65;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1">
              <a:alphaModFix/>
            </a:blip>
            <a:stretch>
              <a:fillRect b="-75639" l="0" r="0" t="-75629"/>
            </a:stretch>
          </a:blipFill>
          <a:ln>
            <a:noFill/>
          </a:ln>
        </p:spPr>
      </p:sp>
      <p:sp>
        <p:nvSpPr>
          <p:cNvPr id="7" name="Google Shape;7;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800000"/>
              </a:buClr>
              <a:buSzPts val="4400"/>
              <a:buFont typeface="Bebas Neue"/>
              <a:buNone/>
              <a:defRPr i="0" sz="4400" u="none" cap="none" strike="noStrike">
                <a:solidFill>
                  <a:srgbClr val="800000"/>
                </a:solidFill>
                <a:latin typeface="Bebas Neue"/>
                <a:ea typeface="Bebas Neue"/>
                <a:cs typeface="Bebas Neue"/>
                <a:sym typeface="Bebas Ne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rgbClr val="800000"/>
              </a:buClr>
              <a:buSzPts val="3200"/>
              <a:buFont typeface="Public Sans"/>
              <a:buChar char="•"/>
              <a:defRPr i="0" sz="3200" u="none" cap="none" strike="noStrike">
                <a:solidFill>
                  <a:srgbClr val="800000"/>
                </a:solidFill>
                <a:latin typeface="Public Sans"/>
                <a:ea typeface="Public Sans"/>
                <a:cs typeface="Public Sans"/>
                <a:sym typeface="Public Sans"/>
              </a:defRPr>
            </a:lvl1pPr>
            <a:lvl2pPr indent="-406400" lvl="1" marL="914400" marR="0" rtl="0" algn="l">
              <a:spcBef>
                <a:spcPts val="560"/>
              </a:spcBef>
              <a:spcAft>
                <a:spcPts val="0"/>
              </a:spcAft>
              <a:buClr>
                <a:srgbClr val="800000"/>
              </a:buClr>
              <a:buSzPts val="2800"/>
              <a:buFont typeface="Public Sans"/>
              <a:buChar char="–"/>
              <a:defRPr i="0" sz="2800" u="none" cap="none" strike="noStrike">
                <a:solidFill>
                  <a:srgbClr val="800000"/>
                </a:solidFill>
                <a:latin typeface="Public Sans"/>
                <a:ea typeface="Public Sans"/>
                <a:cs typeface="Public Sans"/>
                <a:sym typeface="Public Sans"/>
              </a:defRPr>
            </a:lvl2pPr>
            <a:lvl3pPr indent="-381000" lvl="2" marL="1371600" marR="0" rtl="0" algn="l">
              <a:spcBef>
                <a:spcPts val="480"/>
              </a:spcBef>
              <a:spcAft>
                <a:spcPts val="0"/>
              </a:spcAft>
              <a:buClr>
                <a:srgbClr val="800000"/>
              </a:buClr>
              <a:buSzPts val="2400"/>
              <a:buFont typeface="Public Sans"/>
              <a:buChar char="•"/>
              <a:defRPr i="0" sz="2400" u="none" cap="none" strike="noStrike">
                <a:solidFill>
                  <a:srgbClr val="800000"/>
                </a:solidFill>
                <a:latin typeface="Public Sans"/>
                <a:ea typeface="Public Sans"/>
                <a:cs typeface="Public Sans"/>
                <a:sym typeface="Public Sans"/>
              </a:defRPr>
            </a:lvl3pPr>
            <a:lvl4pPr indent="-355600" lvl="3" marL="1828800" marR="0" rtl="0" algn="l">
              <a:spcBef>
                <a:spcPts val="40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4pPr>
            <a:lvl5pPr indent="-355600" lvl="4" marL="2286000" marR="0" rtl="0" algn="l">
              <a:spcBef>
                <a:spcPts val="40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5pPr>
            <a:lvl6pPr indent="-355600" lvl="5" marL="2743200" marR="0" rtl="0" algn="l">
              <a:spcBef>
                <a:spcPts val="40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6pPr>
            <a:lvl7pPr indent="-355600" lvl="6" marL="3200400" marR="0" rtl="0" algn="l">
              <a:spcBef>
                <a:spcPts val="40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7pPr>
            <a:lvl8pPr indent="-355600" lvl="7" marL="3657600" marR="0" rtl="0" algn="l">
              <a:spcBef>
                <a:spcPts val="40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8pPr>
            <a:lvl9pPr indent="-355600" lvl="8" marL="4114800" marR="0" rtl="0" algn="l">
              <a:spcBef>
                <a:spcPts val="400"/>
              </a:spcBef>
              <a:spcAft>
                <a:spcPts val="0"/>
              </a:spcAft>
              <a:buClr>
                <a:srgbClr val="800000"/>
              </a:buClr>
              <a:buSzPts val="2000"/>
              <a:buFont typeface="Public Sans"/>
              <a:buChar char="•"/>
              <a:defRPr i="0" sz="2000" u="none" cap="none" strike="noStrike">
                <a:solidFill>
                  <a:srgbClr val="800000"/>
                </a:solidFill>
                <a:latin typeface="Public Sans"/>
                <a:ea typeface="Public Sans"/>
                <a:cs typeface="Public Sans"/>
                <a:sym typeface="Public Sans"/>
              </a:defRPr>
            </a:lvl9pPr>
          </a:lstStyle>
          <a:p/>
        </p:txBody>
      </p:sp>
      <p:sp>
        <p:nvSpPr>
          <p:cNvPr id="9" name="Google Shape;9;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86" name="Google Shape;86;p13"/>
          <p:cNvSpPr txBox="1"/>
          <p:nvPr/>
        </p:nvSpPr>
        <p:spPr>
          <a:xfrm>
            <a:off x="1028700" y="2418452"/>
            <a:ext cx="8396400" cy="6029700"/>
          </a:xfrm>
          <a:prstGeom prst="rect">
            <a:avLst/>
          </a:prstGeom>
          <a:noFill/>
          <a:ln>
            <a:noFill/>
          </a:ln>
        </p:spPr>
        <p:txBody>
          <a:bodyPr anchorCtr="0" anchor="t" bIns="0" lIns="0" spcFirstLastPara="1" rIns="0" wrap="square" tIns="0">
            <a:spAutoFit/>
          </a:bodyPr>
          <a:lstStyle/>
          <a:p>
            <a:pPr indent="0" lvl="0" marL="0" marR="0" rtl="0" algn="ctr">
              <a:lnSpc>
                <a:spcPct val="70000"/>
              </a:lnSpc>
              <a:spcBef>
                <a:spcPts val="0"/>
              </a:spcBef>
              <a:spcAft>
                <a:spcPts val="0"/>
              </a:spcAft>
              <a:buNone/>
            </a:pPr>
            <a:r>
              <a:rPr b="1" lang="en-US" sz="10000">
                <a:solidFill>
                  <a:schemeClr val="accent1"/>
                </a:solidFill>
                <a:latin typeface="Bebas Neue"/>
                <a:ea typeface="Bebas Neue"/>
                <a:cs typeface="Bebas Neue"/>
                <a:sym typeface="Bebas Neue"/>
              </a:rPr>
              <a:t>the European Commission and the Council: An Overview</a:t>
            </a:r>
            <a:endParaRPr b="1" sz="10000">
              <a:solidFill>
                <a:schemeClr val="accent1"/>
              </a:solidFill>
              <a:latin typeface="Bebas Neue"/>
              <a:ea typeface="Bebas Neue"/>
              <a:cs typeface="Bebas Neue"/>
              <a:sym typeface="Bebas Neue"/>
            </a:endParaRPr>
          </a:p>
          <a:p>
            <a:pPr indent="0" lvl="0" marL="0" marR="0" rtl="0" algn="l">
              <a:lnSpc>
                <a:spcPct val="70000"/>
              </a:lnSpc>
              <a:spcBef>
                <a:spcPts val="0"/>
              </a:spcBef>
              <a:spcAft>
                <a:spcPts val="0"/>
              </a:spcAft>
              <a:buNone/>
            </a:pPr>
            <a:r>
              <a:t/>
            </a:r>
            <a:endParaRPr b="1" sz="15963">
              <a:solidFill>
                <a:schemeClr val="accent1"/>
              </a:solidFill>
              <a:latin typeface="Bebas Neue"/>
              <a:ea typeface="Bebas Neue"/>
              <a:cs typeface="Bebas Neue"/>
              <a:sym typeface="Bebas Neue"/>
            </a:endParaRPr>
          </a:p>
        </p:txBody>
      </p:sp>
      <p:sp>
        <p:nvSpPr>
          <p:cNvPr id="87" name="Google Shape;87;p13"/>
          <p:cNvSpPr txBox="1"/>
          <p:nvPr/>
        </p:nvSpPr>
        <p:spPr>
          <a:xfrm>
            <a:off x="1028700" y="7979786"/>
            <a:ext cx="8060700" cy="3999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rPr b="0" i="0" lang="en-US" sz="2599" u="none" cap="none" strike="noStrike">
                <a:solidFill>
                  <a:schemeClr val="accent1"/>
                </a:solidFill>
                <a:latin typeface="Public Sans"/>
                <a:ea typeface="Public Sans"/>
                <a:cs typeface="Public Sans"/>
                <a:sym typeface="Public Sans"/>
              </a:rPr>
              <a:t>An introduction to the system of the </a:t>
            </a:r>
            <a:r>
              <a:rPr lang="en-US" sz="2599">
                <a:solidFill>
                  <a:schemeClr val="accent1"/>
                </a:solidFill>
                <a:latin typeface="Public Sans"/>
                <a:ea typeface="Public Sans"/>
                <a:cs typeface="Public Sans"/>
                <a:sym typeface="Public Sans"/>
              </a:rPr>
              <a:t>European Union</a:t>
            </a:r>
            <a:endParaRPr sz="1200">
              <a:solidFill>
                <a:schemeClr val="accent1"/>
              </a:solidFill>
            </a:endParaRPr>
          </a:p>
        </p:txBody>
      </p:sp>
      <p:sp>
        <p:nvSpPr>
          <p:cNvPr id="88" name="Google Shape;88;p13"/>
          <p:cNvSpPr txBox="1"/>
          <p:nvPr/>
        </p:nvSpPr>
        <p:spPr>
          <a:xfrm>
            <a:off x="4334139" y="1019175"/>
            <a:ext cx="1785300" cy="215400"/>
          </a:xfrm>
          <a:prstGeom prst="rect">
            <a:avLst/>
          </a:prstGeom>
          <a:noFill/>
          <a:ln>
            <a:noFill/>
          </a:ln>
        </p:spPr>
        <p:txBody>
          <a:bodyPr anchorCtr="0" anchor="t" bIns="0" lIns="0" spcFirstLastPara="1" rIns="0" wrap="square" tIns="0">
            <a:spAutoFit/>
          </a:bodyPr>
          <a:lstStyle/>
          <a:p>
            <a:pPr indent="0" lvl="0" marL="0" marR="0" rtl="0" algn="ctr">
              <a:lnSpc>
                <a:spcPct val="120007"/>
              </a:lnSpc>
              <a:spcBef>
                <a:spcPts val="0"/>
              </a:spcBef>
              <a:spcAft>
                <a:spcPts val="0"/>
              </a:spcAft>
              <a:buNone/>
            </a:pPr>
            <a:r>
              <a:t/>
            </a:r>
            <a:endParaRPr/>
          </a:p>
        </p:txBody>
      </p:sp>
      <p:pic>
        <p:nvPicPr>
          <p:cNvPr id="89" name="Google Shape;89;p13" title="20210706_2_49074929_66736406.jpg"/>
          <p:cNvPicPr preferRelativeResize="0"/>
          <p:nvPr/>
        </p:nvPicPr>
        <p:blipFill rotWithShape="1">
          <a:blip r:embed="rId3">
            <a:alphaModFix/>
          </a:blip>
          <a:srcRect b="0" l="8736" r="34056" t="0"/>
          <a:stretch/>
        </p:blipFill>
        <p:spPr>
          <a:xfrm>
            <a:off x="10227300" y="67908"/>
            <a:ext cx="8060700" cy="101511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95" name="Google Shape;95;p14"/>
          <p:cNvSpPr txBox="1"/>
          <p:nvPr/>
        </p:nvSpPr>
        <p:spPr>
          <a:xfrm>
            <a:off x="1028700" y="4930829"/>
            <a:ext cx="7553400" cy="1712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500" u="none" cap="none" strike="noStrike">
                <a:solidFill>
                  <a:schemeClr val="accent1"/>
                </a:solidFill>
                <a:latin typeface="Public Sans"/>
                <a:ea typeface="Public Sans"/>
                <a:cs typeface="Public Sans"/>
                <a:sym typeface="Public Sans"/>
              </a:rPr>
              <a:t>The </a:t>
            </a:r>
            <a:r>
              <a:rPr lang="en-US" sz="2500">
                <a:solidFill>
                  <a:schemeClr val="accent1"/>
                </a:solidFill>
                <a:latin typeface="Public Sans"/>
                <a:ea typeface="Public Sans"/>
                <a:cs typeface="Public Sans"/>
                <a:sym typeface="Public Sans"/>
              </a:rPr>
              <a:t>Commission is the EU’s executive body, as its main role is to oversee the implementation of EU policy.</a:t>
            </a:r>
            <a:endParaRPr sz="2500">
              <a:solidFill>
                <a:schemeClr val="accent1"/>
              </a:solidFill>
              <a:latin typeface="Public Sans"/>
              <a:ea typeface="Public Sans"/>
              <a:cs typeface="Public Sans"/>
              <a:sym typeface="Public Sans"/>
            </a:endParaRPr>
          </a:p>
          <a:p>
            <a:pPr indent="0" lvl="0" marL="0" marR="0" rtl="0" algn="l">
              <a:lnSpc>
                <a:spcPct val="115000"/>
              </a:lnSpc>
              <a:spcBef>
                <a:spcPts val="0"/>
              </a:spcBef>
              <a:spcAft>
                <a:spcPts val="0"/>
              </a:spcAft>
              <a:buNone/>
            </a:pPr>
            <a:r>
              <a:t/>
            </a:r>
            <a:endParaRPr sz="2500">
              <a:solidFill>
                <a:schemeClr val="accent1"/>
              </a:solidFill>
              <a:latin typeface="Public Sans"/>
              <a:ea typeface="Public Sans"/>
              <a:cs typeface="Public Sans"/>
              <a:sym typeface="Public Sans"/>
            </a:endParaRPr>
          </a:p>
        </p:txBody>
      </p:sp>
      <p:sp>
        <p:nvSpPr>
          <p:cNvPr id="96" name="Google Shape;96;p14"/>
          <p:cNvSpPr txBox="1"/>
          <p:nvPr/>
        </p:nvSpPr>
        <p:spPr>
          <a:xfrm>
            <a:off x="1028700" y="1200150"/>
            <a:ext cx="9279600" cy="35463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000">
                <a:solidFill>
                  <a:schemeClr val="accent1"/>
                </a:solidFill>
                <a:latin typeface="Bebas Neue"/>
                <a:ea typeface="Bebas Neue"/>
                <a:cs typeface="Bebas Neue"/>
                <a:sym typeface="Bebas Neue"/>
              </a:rPr>
              <a:t>What is the</a:t>
            </a:r>
            <a:r>
              <a:rPr b="1" i="0" lang="en-US" sz="8000" u="none" cap="none" strike="noStrike">
                <a:solidFill>
                  <a:schemeClr val="accent1"/>
                </a:solidFill>
                <a:latin typeface="Bebas Neue"/>
                <a:ea typeface="Bebas Neue"/>
                <a:cs typeface="Bebas Neue"/>
                <a:sym typeface="Bebas Neue"/>
              </a:rPr>
              <a:t> </a:t>
            </a:r>
            <a:endParaRPr>
              <a:solidFill>
                <a:schemeClr val="accent1"/>
              </a:solidFill>
            </a:endParaRPr>
          </a:p>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european commission?</a:t>
            </a:r>
            <a:endParaRPr>
              <a:solidFill>
                <a:schemeClr val="accent1"/>
              </a:solidFill>
            </a:endParaRPr>
          </a:p>
        </p:txBody>
      </p:sp>
      <p:sp>
        <p:nvSpPr>
          <p:cNvPr id="97" name="Google Shape;97;p14"/>
          <p:cNvSpPr txBox="1"/>
          <p:nvPr/>
        </p:nvSpPr>
        <p:spPr>
          <a:xfrm>
            <a:off x="1348692" y="6454725"/>
            <a:ext cx="6913200" cy="2585100"/>
          </a:xfrm>
          <a:prstGeom prst="rect">
            <a:avLst/>
          </a:prstGeom>
          <a:noFill/>
          <a:ln>
            <a:noFill/>
          </a:ln>
        </p:spPr>
        <p:txBody>
          <a:bodyPr anchorCtr="0" anchor="t" bIns="0" lIns="0" spcFirstLastPara="1" rIns="0" wrap="square" tIns="0">
            <a:spAutoFit/>
          </a:bodyPr>
          <a:lstStyle/>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Only institution that can propose new EU laws</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Ensures laws are implemented</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Manages the EU budget</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Enforces competition rules</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Negotiates trade agreements</a:t>
            </a:r>
            <a:endParaRPr sz="2399">
              <a:solidFill>
                <a:schemeClr val="accent1"/>
              </a:solidFill>
              <a:latin typeface="Public Sans"/>
              <a:ea typeface="Public Sans"/>
              <a:cs typeface="Public Sans"/>
              <a:sym typeface="Public Sans"/>
            </a:endParaRPr>
          </a:p>
        </p:txBody>
      </p:sp>
      <p:pic>
        <p:nvPicPr>
          <p:cNvPr id="98" name="Google Shape;98;p14" title="European_Commission.svg.png"/>
          <p:cNvPicPr preferRelativeResize="0"/>
          <p:nvPr/>
        </p:nvPicPr>
        <p:blipFill>
          <a:blip r:embed="rId3">
            <a:alphaModFix/>
          </a:blip>
          <a:stretch>
            <a:fillRect/>
          </a:stretch>
        </p:blipFill>
        <p:spPr>
          <a:xfrm>
            <a:off x="9725850" y="2857500"/>
            <a:ext cx="7630851" cy="52879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04" name="Google Shape;104;p15"/>
          <p:cNvSpPr txBox="1"/>
          <p:nvPr/>
        </p:nvSpPr>
        <p:spPr>
          <a:xfrm>
            <a:off x="1028700" y="3096725"/>
            <a:ext cx="8985900" cy="1269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500">
                <a:solidFill>
                  <a:schemeClr val="accent1"/>
                </a:solidFill>
                <a:latin typeface="Public Sans"/>
                <a:ea typeface="Public Sans"/>
                <a:cs typeface="Public Sans"/>
                <a:sym typeface="Public Sans"/>
              </a:rPr>
              <a:t>The Commission is comprised of the President, the College of Commissioners, and its administrative staff.</a:t>
            </a:r>
            <a:endParaRPr sz="2500">
              <a:solidFill>
                <a:schemeClr val="accent1"/>
              </a:solidFill>
              <a:latin typeface="Public Sans"/>
              <a:ea typeface="Public Sans"/>
              <a:cs typeface="Public Sans"/>
              <a:sym typeface="Public Sans"/>
            </a:endParaRPr>
          </a:p>
          <a:p>
            <a:pPr indent="0" lvl="0" marL="0" marR="0" rtl="0" algn="l">
              <a:lnSpc>
                <a:spcPct val="115000"/>
              </a:lnSpc>
              <a:spcBef>
                <a:spcPts val="0"/>
              </a:spcBef>
              <a:spcAft>
                <a:spcPts val="0"/>
              </a:spcAft>
              <a:buNone/>
            </a:pPr>
            <a:r>
              <a:t/>
            </a:r>
            <a:endParaRPr sz="2500">
              <a:solidFill>
                <a:schemeClr val="accent1"/>
              </a:solidFill>
              <a:latin typeface="Public Sans"/>
              <a:ea typeface="Public Sans"/>
              <a:cs typeface="Public Sans"/>
              <a:sym typeface="Public Sans"/>
            </a:endParaRPr>
          </a:p>
        </p:txBody>
      </p:sp>
      <p:sp>
        <p:nvSpPr>
          <p:cNvPr id="105" name="Google Shape;105;p15"/>
          <p:cNvSpPr txBox="1"/>
          <p:nvPr/>
        </p:nvSpPr>
        <p:spPr>
          <a:xfrm>
            <a:off x="1028700" y="1200150"/>
            <a:ext cx="9969900" cy="12807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commission personnel</a:t>
            </a:r>
            <a:endParaRPr>
              <a:solidFill>
                <a:schemeClr val="accent1"/>
              </a:solidFill>
            </a:endParaRPr>
          </a:p>
        </p:txBody>
      </p:sp>
      <p:sp>
        <p:nvSpPr>
          <p:cNvPr id="106" name="Google Shape;106;p15"/>
          <p:cNvSpPr txBox="1"/>
          <p:nvPr/>
        </p:nvSpPr>
        <p:spPr>
          <a:xfrm>
            <a:off x="1409375" y="4366625"/>
            <a:ext cx="9969900" cy="4800600"/>
          </a:xfrm>
          <a:prstGeom prst="rect">
            <a:avLst/>
          </a:prstGeom>
          <a:noFill/>
          <a:ln>
            <a:noFill/>
          </a:ln>
        </p:spPr>
        <p:txBody>
          <a:bodyPr anchorCtr="0" anchor="t" bIns="0" lIns="0" spcFirstLastPara="1" rIns="0" wrap="square" tIns="0">
            <a:spAutoFit/>
          </a:bodyPr>
          <a:lstStyle/>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Led by a Commission President (currently Ursula von der Leyen)</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Chosen by European Council and approved by European Parliament</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5‑year term</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Political leadership: 27 Commissioners (one per member state)</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Comprise the </a:t>
            </a:r>
            <a:r>
              <a:rPr lang="en-US" sz="2399">
                <a:solidFill>
                  <a:schemeClr val="accent1"/>
                </a:solidFill>
                <a:latin typeface="Public Sans"/>
                <a:ea typeface="Public Sans"/>
                <a:cs typeface="Public Sans"/>
                <a:sym typeface="Public Sans"/>
              </a:rPr>
              <a:t>“College of Commissioners”</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Each Commissioner oversees a policy area</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Administrative staff: College is supported by around 33,000 staff</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Organized into </a:t>
            </a:r>
            <a:r>
              <a:rPr lang="en-US" sz="2399">
                <a:solidFill>
                  <a:schemeClr val="accent1"/>
                </a:solidFill>
                <a:latin typeface="Public Sans"/>
                <a:ea typeface="Public Sans"/>
                <a:cs typeface="Public Sans"/>
                <a:sym typeface="Public Sans"/>
              </a:rPr>
              <a:t>DGs (Directorates‑General) headed by Commissioners</a:t>
            </a:r>
            <a:endParaRPr sz="2399">
              <a:solidFill>
                <a:schemeClr val="accent1"/>
              </a:solidFill>
              <a:latin typeface="Public Sans"/>
              <a:ea typeface="Public Sans"/>
              <a:cs typeface="Public Sans"/>
              <a:sym typeface="Public Sans"/>
            </a:endParaRPr>
          </a:p>
        </p:txBody>
      </p:sp>
      <p:pic>
        <p:nvPicPr>
          <p:cNvPr id="107" name="Google Shape;107;p15" title="Ursula-von-der-Leyen_FoD_Portraet-1.jpg"/>
          <p:cNvPicPr preferRelativeResize="0"/>
          <p:nvPr/>
        </p:nvPicPr>
        <p:blipFill rotWithShape="1">
          <a:blip r:embed="rId3">
            <a:alphaModFix/>
          </a:blip>
          <a:srcRect b="0" l="4686" r="6897" t="0"/>
          <a:stretch/>
        </p:blipFill>
        <p:spPr>
          <a:xfrm>
            <a:off x="11864175" y="0"/>
            <a:ext cx="6423825" cy="102869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13" name="Google Shape;113;p16"/>
          <p:cNvSpPr txBox="1"/>
          <p:nvPr/>
        </p:nvSpPr>
        <p:spPr>
          <a:xfrm>
            <a:off x="1028700" y="1200150"/>
            <a:ext cx="9969900" cy="2265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000">
                <a:solidFill>
                  <a:schemeClr val="accent1"/>
                </a:solidFill>
                <a:latin typeface="Bebas Neue"/>
                <a:ea typeface="Bebas Neue"/>
                <a:cs typeface="Bebas Neue"/>
                <a:sym typeface="Bebas Neue"/>
              </a:rPr>
              <a:t>how powerful</a:t>
            </a:r>
            <a:r>
              <a:rPr b="1" lang="en-US" sz="8000">
                <a:solidFill>
                  <a:schemeClr val="accent1"/>
                </a:solidFill>
                <a:latin typeface="Bebas Neue"/>
                <a:ea typeface="Bebas Neue"/>
                <a:cs typeface="Bebas Neue"/>
                <a:sym typeface="Bebas Neue"/>
              </a:rPr>
              <a:t> is the</a:t>
            </a:r>
            <a:r>
              <a:rPr b="1" i="0" lang="en-US" sz="8000" u="none" cap="none" strike="noStrike">
                <a:solidFill>
                  <a:schemeClr val="accent1"/>
                </a:solidFill>
                <a:latin typeface="Bebas Neue"/>
                <a:ea typeface="Bebas Neue"/>
                <a:cs typeface="Bebas Neue"/>
                <a:sym typeface="Bebas Neue"/>
              </a:rPr>
              <a:t> </a:t>
            </a:r>
            <a:endParaRPr>
              <a:solidFill>
                <a:schemeClr val="accent1"/>
              </a:solidFill>
            </a:endParaRPr>
          </a:p>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commission?</a:t>
            </a:r>
            <a:endParaRPr>
              <a:solidFill>
                <a:schemeClr val="accent1"/>
              </a:solidFill>
            </a:endParaRPr>
          </a:p>
        </p:txBody>
      </p:sp>
      <p:sp>
        <p:nvSpPr>
          <p:cNvPr id="114" name="Google Shape;114;p16"/>
          <p:cNvSpPr/>
          <p:nvPr/>
        </p:nvSpPr>
        <p:spPr>
          <a:xfrm>
            <a:off x="9090776" y="3843277"/>
            <a:ext cx="7022142" cy="5557663"/>
          </a:xfrm>
          <a:custGeom>
            <a:rect b="b" l="l" r="r" t="t"/>
            <a:pathLst>
              <a:path extrusionOk="0" h="17643376" w="20961617">
                <a:moveTo>
                  <a:pt x="20929867" y="788162"/>
                </a:moveTo>
                <a:cubicBezTo>
                  <a:pt x="20756513" y="787781"/>
                  <a:pt x="20615796" y="646557"/>
                  <a:pt x="20616177" y="473202"/>
                </a:cubicBezTo>
                <a:lnTo>
                  <a:pt x="20616432" y="347091"/>
                </a:lnTo>
                <a:lnTo>
                  <a:pt x="20490320" y="346837"/>
                </a:lnTo>
                <a:cubicBezTo>
                  <a:pt x="20316965" y="346456"/>
                  <a:pt x="20176376" y="205232"/>
                  <a:pt x="20176630" y="31877"/>
                </a:cubicBezTo>
                <a:lnTo>
                  <a:pt x="20176630" y="0"/>
                </a:lnTo>
                <a:lnTo>
                  <a:pt x="784733" y="0"/>
                </a:lnTo>
                <a:lnTo>
                  <a:pt x="784860" y="31877"/>
                </a:lnTo>
                <a:cubicBezTo>
                  <a:pt x="784987" y="115824"/>
                  <a:pt x="752475" y="194818"/>
                  <a:pt x="693293" y="254381"/>
                </a:cubicBezTo>
                <a:cubicBezTo>
                  <a:pt x="634111" y="313817"/>
                  <a:pt x="555244" y="346710"/>
                  <a:pt x="471170" y="346964"/>
                </a:cubicBezTo>
                <a:lnTo>
                  <a:pt x="345059" y="347218"/>
                </a:lnTo>
                <a:lnTo>
                  <a:pt x="345313" y="473329"/>
                </a:lnTo>
                <a:cubicBezTo>
                  <a:pt x="345694" y="646684"/>
                  <a:pt x="204978" y="787908"/>
                  <a:pt x="31623" y="788289"/>
                </a:cubicBezTo>
                <a:lnTo>
                  <a:pt x="0" y="788162"/>
                </a:lnTo>
                <a:lnTo>
                  <a:pt x="0" y="17223133"/>
                </a:lnTo>
                <a:lnTo>
                  <a:pt x="31750" y="17223133"/>
                </a:lnTo>
                <a:cubicBezTo>
                  <a:pt x="245364" y="17223133"/>
                  <a:pt x="419227" y="17396995"/>
                  <a:pt x="419227" y="17611626"/>
                </a:cubicBezTo>
                <a:lnTo>
                  <a:pt x="419227" y="17643376"/>
                </a:lnTo>
                <a:lnTo>
                  <a:pt x="20510133" y="17643376"/>
                </a:lnTo>
                <a:lnTo>
                  <a:pt x="20541883" y="17643376"/>
                </a:lnTo>
                <a:lnTo>
                  <a:pt x="20541883" y="17610610"/>
                </a:lnTo>
                <a:cubicBezTo>
                  <a:pt x="20541883" y="17396995"/>
                  <a:pt x="20715745" y="17223133"/>
                  <a:pt x="20929867" y="17223133"/>
                </a:cubicBezTo>
                <a:lnTo>
                  <a:pt x="20961617" y="17223133"/>
                </a:lnTo>
                <a:lnTo>
                  <a:pt x="20961617" y="788162"/>
                </a:lnTo>
                <a:lnTo>
                  <a:pt x="20929867" y="788162"/>
                </a:lnTo>
                <a:close/>
                <a:moveTo>
                  <a:pt x="20898117" y="17160776"/>
                </a:moveTo>
                <a:cubicBezTo>
                  <a:pt x="20674470" y="17176142"/>
                  <a:pt x="20495146" y="17355466"/>
                  <a:pt x="20479525" y="17580003"/>
                </a:cubicBezTo>
                <a:lnTo>
                  <a:pt x="481711" y="17580003"/>
                </a:lnTo>
                <a:cubicBezTo>
                  <a:pt x="466598" y="17355975"/>
                  <a:pt x="287274" y="17176397"/>
                  <a:pt x="63500" y="17160776"/>
                </a:cubicBezTo>
                <a:lnTo>
                  <a:pt x="63500" y="850265"/>
                </a:lnTo>
                <a:cubicBezTo>
                  <a:pt x="257048" y="833755"/>
                  <a:pt x="409194" y="670687"/>
                  <a:pt x="408813" y="473075"/>
                </a:cubicBezTo>
                <a:lnTo>
                  <a:pt x="408686" y="410464"/>
                </a:lnTo>
                <a:lnTo>
                  <a:pt x="471297" y="410337"/>
                </a:lnTo>
                <a:cubicBezTo>
                  <a:pt x="668909" y="409829"/>
                  <a:pt x="831215" y="257048"/>
                  <a:pt x="847090" y="63500"/>
                </a:cubicBezTo>
                <a:lnTo>
                  <a:pt x="20114527" y="63500"/>
                </a:lnTo>
                <a:cubicBezTo>
                  <a:pt x="20130402" y="257048"/>
                  <a:pt x="20292709" y="409829"/>
                  <a:pt x="20490320" y="410337"/>
                </a:cubicBezTo>
                <a:lnTo>
                  <a:pt x="20552932" y="410464"/>
                </a:lnTo>
                <a:lnTo>
                  <a:pt x="20552804" y="473075"/>
                </a:lnTo>
                <a:cubicBezTo>
                  <a:pt x="20552423" y="670687"/>
                  <a:pt x="20704569" y="833755"/>
                  <a:pt x="20898117" y="850265"/>
                </a:cubicBezTo>
                <a:lnTo>
                  <a:pt x="20898117" y="17160776"/>
                </a:lnTo>
                <a:close/>
                <a:moveTo>
                  <a:pt x="20413738" y="559562"/>
                </a:moveTo>
                <a:lnTo>
                  <a:pt x="20412215" y="550545"/>
                </a:lnTo>
                <a:lnTo>
                  <a:pt x="20403198" y="549021"/>
                </a:lnTo>
                <a:cubicBezTo>
                  <a:pt x="20295502" y="530987"/>
                  <a:pt x="20197586" y="480187"/>
                  <a:pt x="20119862" y="402082"/>
                </a:cubicBezTo>
                <a:cubicBezTo>
                  <a:pt x="20066902" y="348996"/>
                  <a:pt x="20026897" y="286893"/>
                  <a:pt x="20000736" y="217678"/>
                </a:cubicBezTo>
                <a:lnTo>
                  <a:pt x="19997688" y="209423"/>
                </a:lnTo>
                <a:lnTo>
                  <a:pt x="963930" y="209423"/>
                </a:lnTo>
                <a:lnTo>
                  <a:pt x="960882" y="217678"/>
                </a:lnTo>
                <a:cubicBezTo>
                  <a:pt x="934720" y="286893"/>
                  <a:pt x="894715" y="348869"/>
                  <a:pt x="841756" y="402082"/>
                </a:cubicBezTo>
                <a:cubicBezTo>
                  <a:pt x="764032" y="480187"/>
                  <a:pt x="665988" y="530987"/>
                  <a:pt x="558419" y="549021"/>
                </a:cubicBezTo>
                <a:lnTo>
                  <a:pt x="549529" y="550545"/>
                </a:lnTo>
                <a:lnTo>
                  <a:pt x="548005" y="559562"/>
                </a:lnTo>
                <a:cubicBezTo>
                  <a:pt x="517779" y="742188"/>
                  <a:pt x="391287" y="897001"/>
                  <a:pt x="217805" y="963295"/>
                </a:cubicBezTo>
                <a:lnTo>
                  <a:pt x="209550" y="966470"/>
                </a:lnTo>
                <a:lnTo>
                  <a:pt x="209550" y="17040634"/>
                </a:lnTo>
                <a:lnTo>
                  <a:pt x="218313" y="17043555"/>
                </a:lnTo>
                <a:cubicBezTo>
                  <a:pt x="398018" y="17102865"/>
                  <a:pt x="540385" y="17245485"/>
                  <a:pt x="599313" y="17425191"/>
                </a:cubicBezTo>
                <a:lnTo>
                  <a:pt x="602234" y="17433953"/>
                </a:lnTo>
                <a:lnTo>
                  <a:pt x="20359257" y="17433953"/>
                </a:lnTo>
                <a:lnTo>
                  <a:pt x="20362177" y="17425191"/>
                </a:lnTo>
                <a:cubicBezTo>
                  <a:pt x="20421233" y="17245231"/>
                  <a:pt x="20563726" y="17102483"/>
                  <a:pt x="20743432" y="17043301"/>
                </a:cubicBezTo>
                <a:lnTo>
                  <a:pt x="20752194" y="17040380"/>
                </a:lnTo>
                <a:lnTo>
                  <a:pt x="20752194" y="966470"/>
                </a:lnTo>
                <a:lnTo>
                  <a:pt x="20744066" y="963295"/>
                </a:lnTo>
                <a:cubicBezTo>
                  <a:pt x="20570458" y="896874"/>
                  <a:pt x="20443965" y="742188"/>
                  <a:pt x="20413738" y="559562"/>
                </a:cubicBezTo>
                <a:close/>
                <a:moveTo>
                  <a:pt x="20726667" y="17022091"/>
                </a:moveTo>
                <a:cubicBezTo>
                  <a:pt x="20546327" y="17084449"/>
                  <a:pt x="20403071" y="17227832"/>
                  <a:pt x="20340841" y="17408426"/>
                </a:cubicBezTo>
                <a:lnTo>
                  <a:pt x="620395" y="17408426"/>
                </a:lnTo>
                <a:cubicBezTo>
                  <a:pt x="558292" y="17228086"/>
                  <a:pt x="415163" y="17084703"/>
                  <a:pt x="234950" y="17022218"/>
                </a:cubicBezTo>
                <a:lnTo>
                  <a:pt x="234950" y="983869"/>
                </a:lnTo>
                <a:cubicBezTo>
                  <a:pt x="409829" y="913765"/>
                  <a:pt x="537718" y="757428"/>
                  <a:pt x="571373" y="572643"/>
                </a:cubicBezTo>
                <a:cubicBezTo>
                  <a:pt x="680847" y="552450"/>
                  <a:pt x="780288" y="499872"/>
                  <a:pt x="859663" y="420116"/>
                </a:cubicBezTo>
                <a:cubicBezTo>
                  <a:pt x="913003" y="366522"/>
                  <a:pt x="953897" y="304292"/>
                  <a:pt x="981329" y="235077"/>
                </a:cubicBezTo>
                <a:lnTo>
                  <a:pt x="19980162" y="235077"/>
                </a:lnTo>
                <a:cubicBezTo>
                  <a:pt x="20007593" y="304419"/>
                  <a:pt x="20048488" y="366649"/>
                  <a:pt x="20101827" y="420116"/>
                </a:cubicBezTo>
                <a:cubicBezTo>
                  <a:pt x="20181202" y="499745"/>
                  <a:pt x="20280643" y="552450"/>
                  <a:pt x="20390117" y="572643"/>
                </a:cubicBezTo>
                <a:cubicBezTo>
                  <a:pt x="20423899" y="757428"/>
                  <a:pt x="20551662" y="913765"/>
                  <a:pt x="20726541" y="983869"/>
                </a:cubicBezTo>
                <a:lnTo>
                  <a:pt x="20726541" y="17022091"/>
                </a:lnTo>
                <a:close/>
              </a:path>
            </a:pathLst>
          </a:custGeom>
          <a:solidFill>
            <a:schemeClr val="accent1"/>
          </a:solidFill>
          <a:ln>
            <a:noFill/>
          </a:ln>
        </p:spPr>
        <p:txBody>
          <a:bodyPr anchorCtr="0" anchor="ctr" bIns="84200" lIns="84200" spcFirstLastPara="1" rIns="84200" wrap="square" tIns="84200">
            <a:noAutofit/>
          </a:bodyPr>
          <a:lstStyle/>
          <a:p>
            <a:pPr indent="0" lvl="0" marL="0" rtl="0" algn="l">
              <a:spcBef>
                <a:spcPts val="0"/>
              </a:spcBef>
              <a:spcAft>
                <a:spcPts val="0"/>
              </a:spcAft>
              <a:buNone/>
            </a:pPr>
            <a:r>
              <a:t/>
            </a:r>
            <a:endParaRPr sz="1289">
              <a:solidFill>
                <a:schemeClr val="accent1"/>
              </a:solidFill>
            </a:endParaRPr>
          </a:p>
        </p:txBody>
      </p:sp>
      <p:sp>
        <p:nvSpPr>
          <p:cNvPr id="115" name="Google Shape;115;p16"/>
          <p:cNvSpPr/>
          <p:nvPr/>
        </p:nvSpPr>
        <p:spPr>
          <a:xfrm>
            <a:off x="1361775" y="3843276"/>
            <a:ext cx="7022142" cy="5557663"/>
          </a:xfrm>
          <a:custGeom>
            <a:rect b="b" l="l" r="r" t="t"/>
            <a:pathLst>
              <a:path extrusionOk="0" h="17643376" w="20961617">
                <a:moveTo>
                  <a:pt x="20929867" y="788162"/>
                </a:moveTo>
                <a:cubicBezTo>
                  <a:pt x="20756513" y="787781"/>
                  <a:pt x="20615796" y="646557"/>
                  <a:pt x="20616177" y="473202"/>
                </a:cubicBezTo>
                <a:lnTo>
                  <a:pt x="20616432" y="347091"/>
                </a:lnTo>
                <a:lnTo>
                  <a:pt x="20490320" y="346837"/>
                </a:lnTo>
                <a:cubicBezTo>
                  <a:pt x="20316965" y="346456"/>
                  <a:pt x="20176376" y="205232"/>
                  <a:pt x="20176630" y="31877"/>
                </a:cubicBezTo>
                <a:lnTo>
                  <a:pt x="20176630" y="0"/>
                </a:lnTo>
                <a:lnTo>
                  <a:pt x="784733" y="0"/>
                </a:lnTo>
                <a:lnTo>
                  <a:pt x="784860" y="31877"/>
                </a:lnTo>
                <a:cubicBezTo>
                  <a:pt x="784987" y="115824"/>
                  <a:pt x="752475" y="194818"/>
                  <a:pt x="693293" y="254381"/>
                </a:cubicBezTo>
                <a:cubicBezTo>
                  <a:pt x="634111" y="313817"/>
                  <a:pt x="555244" y="346710"/>
                  <a:pt x="471170" y="346964"/>
                </a:cubicBezTo>
                <a:lnTo>
                  <a:pt x="345059" y="347218"/>
                </a:lnTo>
                <a:lnTo>
                  <a:pt x="345313" y="473329"/>
                </a:lnTo>
                <a:cubicBezTo>
                  <a:pt x="345694" y="646684"/>
                  <a:pt x="204978" y="787908"/>
                  <a:pt x="31623" y="788289"/>
                </a:cubicBezTo>
                <a:lnTo>
                  <a:pt x="0" y="788162"/>
                </a:lnTo>
                <a:lnTo>
                  <a:pt x="0" y="17223133"/>
                </a:lnTo>
                <a:lnTo>
                  <a:pt x="31750" y="17223133"/>
                </a:lnTo>
                <a:cubicBezTo>
                  <a:pt x="245364" y="17223133"/>
                  <a:pt x="419227" y="17396995"/>
                  <a:pt x="419227" y="17611626"/>
                </a:cubicBezTo>
                <a:lnTo>
                  <a:pt x="419227" y="17643376"/>
                </a:lnTo>
                <a:lnTo>
                  <a:pt x="20510133" y="17643376"/>
                </a:lnTo>
                <a:lnTo>
                  <a:pt x="20541883" y="17643376"/>
                </a:lnTo>
                <a:lnTo>
                  <a:pt x="20541883" y="17610610"/>
                </a:lnTo>
                <a:cubicBezTo>
                  <a:pt x="20541883" y="17396995"/>
                  <a:pt x="20715745" y="17223133"/>
                  <a:pt x="20929867" y="17223133"/>
                </a:cubicBezTo>
                <a:lnTo>
                  <a:pt x="20961617" y="17223133"/>
                </a:lnTo>
                <a:lnTo>
                  <a:pt x="20961617" y="788162"/>
                </a:lnTo>
                <a:lnTo>
                  <a:pt x="20929867" y="788162"/>
                </a:lnTo>
                <a:close/>
                <a:moveTo>
                  <a:pt x="20898117" y="17160776"/>
                </a:moveTo>
                <a:cubicBezTo>
                  <a:pt x="20674470" y="17176142"/>
                  <a:pt x="20495146" y="17355466"/>
                  <a:pt x="20479525" y="17580003"/>
                </a:cubicBezTo>
                <a:lnTo>
                  <a:pt x="481711" y="17580003"/>
                </a:lnTo>
                <a:cubicBezTo>
                  <a:pt x="466598" y="17355975"/>
                  <a:pt x="287274" y="17176397"/>
                  <a:pt x="63500" y="17160776"/>
                </a:cubicBezTo>
                <a:lnTo>
                  <a:pt x="63500" y="850265"/>
                </a:lnTo>
                <a:cubicBezTo>
                  <a:pt x="257048" y="833755"/>
                  <a:pt x="409194" y="670687"/>
                  <a:pt x="408813" y="473075"/>
                </a:cubicBezTo>
                <a:lnTo>
                  <a:pt x="408686" y="410464"/>
                </a:lnTo>
                <a:lnTo>
                  <a:pt x="471297" y="410337"/>
                </a:lnTo>
                <a:cubicBezTo>
                  <a:pt x="668909" y="409829"/>
                  <a:pt x="831215" y="257048"/>
                  <a:pt x="847090" y="63500"/>
                </a:cubicBezTo>
                <a:lnTo>
                  <a:pt x="20114527" y="63500"/>
                </a:lnTo>
                <a:cubicBezTo>
                  <a:pt x="20130402" y="257048"/>
                  <a:pt x="20292709" y="409829"/>
                  <a:pt x="20490320" y="410337"/>
                </a:cubicBezTo>
                <a:lnTo>
                  <a:pt x="20552932" y="410464"/>
                </a:lnTo>
                <a:lnTo>
                  <a:pt x="20552804" y="473075"/>
                </a:lnTo>
                <a:cubicBezTo>
                  <a:pt x="20552423" y="670687"/>
                  <a:pt x="20704569" y="833755"/>
                  <a:pt x="20898117" y="850265"/>
                </a:cubicBezTo>
                <a:lnTo>
                  <a:pt x="20898117" y="17160776"/>
                </a:lnTo>
                <a:close/>
                <a:moveTo>
                  <a:pt x="20413738" y="559562"/>
                </a:moveTo>
                <a:lnTo>
                  <a:pt x="20412215" y="550545"/>
                </a:lnTo>
                <a:lnTo>
                  <a:pt x="20403198" y="549021"/>
                </a:lnTo>
                <a:cubicBezTo>
                  <a:pt x="20295502" y="530987"/>
                  <a:pt x="20197586" y="480187"/>
                  <a:pt x="20119862" y="402082"/>
                </a:cubicBezTo>
                <a:cubicBezTo>
                  <a:pt x="20066902" y="348996"/>
                  <a:pt x="20026897" y="286893"/>
                  <a:pt x="20000736" y="217678"/>
                </a:cubicBezTo>
                <a:lnTo>
                  <a:pt x="19997688" y="209423"/>
                </a:lnTo>
                <a:lnTo>
                  <a:pt x="963930" y="209423"/>
                </a:lnTo>
                <a:lnTo>
                  <a:pt x="960882" y="217678"/>
                </a:lnTo>
                <a:cubicBezTo>
                  <a:pt x="934720" y="286893"/>
                  <a:pt x="894715" y="348869"/>
                  <a:pt x="841756" y="402082"/>
                </a:cubicBezTo>
                <a:cubicBezTo>
                  <a:pt x="764032" y="480187"/>
                  <a:pt x="665988" y="530987"/>
                  <a:pt x="558419" y="549021"/>
                </a:cubicBezTo>
                <a:lnTo>
                  <a:pt x="549529" y="550545"/>
                </a:lnTo>
                <a:lnTo>
                  <a:pt x="548005" y="559562"/>
                </a:lnTo>
                <a:cubicBezTo>
                  <a:pt x="517779" y="742188"/>
                  <a:pt x="391287" y="897001"/>
                  <a:pt x="217805" y="963295"/>
                </a:cubicBezTo>
                <a:lnTo>
                  <a:pt x="209550" y="966470"/>
                </a:lnTo>
                <a:lnTo>
                  <a:pt x="209550" y="17040634"/>
                </a:lnTo>
                <a:lnTo>
                  <a:pt x="218313" y="17043555"/>
                </a:lnTo>
                <a:cubicBezTo>
                  <a:pt x="398018" y="17102865"/>
                  <a:pt x="540385" y="17245485"/>
                  <a:pt x="599313" y="17425191"/>
                </a:cubicBezTo>
                <a:lnTo>
                  <a:pt x="602234" y="17433953"/>
                </a:lnTo>
                <a:lnTo>
                  <a:pt x="20359257" y="17433953"/>
                </a:lnTo>
                <a:lnTo>
                  <a:pt x="20362177" y="17425191"/>
                </a:lnTo>
                <a:cubicBezTo>
                  <a:pt x="20421233" y="17245231"/>
                  <a:pt x="20563726" y="17102483"/>
                  <a:pt x="20743432" y="17043301"/>
                </a:cubicBezTo>
                <a:lnTo>
                  <a:pt x="20752194" y="17040380"/>
                </a:lnTo>
                <a:lnTo>
                  <a:pt x="20752194" y="966470"/>
                </a:lnTo>
                <a:lnTo>
                  <a:pt x="20744066" y="963295"/>
                </a:lnTo>
                <a:cubicBezTo>
                  <a:pt x="20570458" y="896874"/>
                  <a:pt x="20443965" y="742188"/>
                  <a:pt x="20413738" y="559562"/>
                </a:cubicBezTo>
                <a:close/>
                <a:moveTo>
                  <a:pt x="20726667" y="17022091"/>
                </a:moveTo>
                <a:cubicBezTo>
                  <a:pt x="20546327" y="17084449"/>
                  <a:pt x="20403071" y="17227832"/>
                  <a:pt x="20340841" y="17408426"/>
                </a:cubicBezTo>
                <a:lnTo>
                  <a:pt x="620395" y="17408426"/>
                </a:lnTo>
                <a:cubicBezTo>
                  <a:pt x="558292" y="17228086"/>
                  <a:pt x="415163" y="17084703"/>
                  <a:pt x="234950" y="17022218"/>
                </a:cubicBezTo>
                <a:lnTo>
                  <a:pt x="234950" y="983869"/>
                </a:lnTo>
                <a:cubicBezTo>
                  <a:pt x="409829" y="913765"/>
                  <a:pt x="537718" y="757428"/>
                  <a:pt x="571373" y="572643"/>
                </a:cubicBezTo>
                <a:cubicBezTo>
                  <a:pt x="680847" y="552450"/>
                  <a:pt x="780288" y="499872"/>
                  <a:pt x="859663" y="420116"/>
                </a:cubicBezTo>
                <a:cubicBezTo>
                  <a:pt x="913003" y="366522"/>
                  <a:pt x="953897" y="304292"/>
                  <a:pt x="981329" y="235077"/>
                </a:cubicBezTo>
                <a:lnTo>
                  <a:pt x="19980162" y="235077"/>
                </a:lnTo>
                <a:cubicBezTo>
                  <a:pt x="20007593" y="304419"/>
                  <a:pt x="20048488" y="366649"/>
                  <a:pt x="20101827" y="420116"/>
                </a:cubicBezTo>
                <a:cubicBezTo>
                  <a:pt x="20181202" y="499745"/>
                  <a:pt x="20280643" y="552450"/>
                  <a:pt x="20390117" y="572643"/>
                </a:cubicBezTo>
                <a:cubicBezTo>
                  <a:pt x="20423899" y="757428"/>
                  <a:pt x="20551662" y="913765"/>
                  <a:pt x="20726541" y="983869"/>
                </a:cubicBezTo>
                <a:lnTo>
                  <a:pt x="20726541" y="17022091"/>
                </a:lnTo>
                <a:close/>
              </a:path>
            </a:pathLst>
          </a:custGeom>
          <a:solidFill>
            <a:schemeClr val="accent1"/>
          </a:solidFill>
          <a:ln>
            <a:noFill/>
          </a:ln>
        </p:spPr>
        <p:txBody>
          <a:bodyPr anchorCtr="0" anchor="ctr" bIns="84200" lIns="84200" spcFirstLastPara="1" rIns="84200" wrap="square" tIns="84200">
            <a:noAutofit/>
          </a:bodyPr>
          <a:lstStyle/>
          <a:p>
            <a:pPr indent="0" lvl="0" marL="0" rtl="0" algn="l">
              <a:spcBef>
                <a:spcPts val="0"/>
              </a:spcBef>
              <a:spcAft>
                <a:spcPts val="0"/>
              </a:spcAft>
              <a:buNone/>
            </a:pPr>
            <a:r>
              <a:t/>
            </a:r>
            <a:endParaRPr sz="1289">
              <a:solidFill>
                <a:schemeClr val="accent1"/>
              </a:solidFill>
            </a:endParaRPr>
          </a:p>
        </p:txBody>
      </p:sp>
      <p:sp>
        <p:nvSpPr>
          <p:cNvPr id="116" name="Google Shape;116;p16"/>
          <p:cNvSpPr txBox="1"/>
          <p:nvPr/>
        </p:nvSpPr>
        <p:spPr>
          <a:xfrm>
            <a:off x="2112543" y="5490604"/>
            <a:ext cx="5520600" cy="3604800"/>
          </a:xfrm>
          <a:prstGeom prst="rect">
            <a:avLst/>
          </a:prstGeom>
          <a:noFill/>
          <a:ln>
            <a:noFill/>
          </a:ln>
        </p:spPr>
        <p:txBody>
          <a:bodyPr anchorCtr="0" anchor="t" bIns="0" lIns="0" spcFirstLastPara="1" rIns="0" wrap="square" tIns="0">
            <a:spAutoFit/>
          </a:bodyPr>
          <a:lstStyle/>
          <a:p>
            <a:pPr indent="-350817" lvl="1" marL="842103" rtl="0" algn="l">
              <a:lnSpc>
                <a:spcPct val="120008"/>
              </a:lnSpc>
              <a:spcBef>
                <a:spcPts val="0"/>
              </a:spcBef>
              <a:spcAft>
                <a:spcPts val="0"/>
              </a:spcAft>
              <a:buClr>
                <a:schemeClr val="accent1"/>
              </a:buClr>
              <a:buSzPts val="2209"/>
              <a:buChar char="○"/>
            </a:pPr>
            <a:r>
              <a:rPr lang="en-US" sz="2209">
                <a:solidFill>
                  <a:schemeClr val="accent1"/>
                </a:solidFill>
                <a:latin typeface="Public Sans"/>
                <a:ea typeface="Public Sans"/>
                <a:cs typeface="Public Sans"/>
                <a:sym typeface="Public Sans"/>
              </a:rPr>
              <a:t>Strong in proposing laws and enforcing rules</a:t>
            </a:r>
            <a:endParaRPr sz="2209">
              <a:solidFill>
                <a:schemeClr val="accent1"/>
              </a:solidFill>
              <a:latin typeface="Public Sans"/>
              <a:ea typeface="Public Sans"/>
              <a:cs typeface="Public Sans"/>
              <a:sym typeface="Public Sans"/>
            </a:endParaRPr>
          </a:p>
          <a:p>
            <a:pPr indent="-350817" lvl="2" marL="1263153" rtl="0" algn="l">
              <a:lnSpc>
                <a:spcPct val="120008"/>
              </a:lnSpc>
              <a:spcBef>
                <a:spcPts val="0"/>
              </a:spcBef>
              <a:spcAft>
                <a:spcPts val="0"/>
              </a:spcAft>
              <a:buClr>
                <a:schemeClr val="accent1"/>
              </a:buClr>
              <a:buSzPts val="2209"/>
              <a:buFont typeface="Public Sans"/>
              <a:buChar char="■"/>
            </a:pPr>
            <a:r>
              <a:rPr lang="en-US" sz="2209">
                <a:solidFill>
                  <a:schemeClr val="accent1"/>
                </a:solidFill>
                <a:latin typeface="Public Sans"/>
                <a:ea typeface="Public Sans"/>
                <a:cs typeface="Public Sans"/>
                <a:sym typeface="Public Sans"/>
              </a:rPr>
              <a:t>Proposes and drafts laws, but needs approval from Council and Parliament</a:t>
            </a:r>
            <a:endParaRPr sz="2209">
              <a:solidFill>
                <a:schemeClr val="accent1"/>
              </a:solidFill>
              <a:latin typeface="Public Sans"/>
              <a:ea typeface="Public Sans"/>
              <a:cs typeface="Public Sans"/>
              <a:sym typeface="Public Sans"/>
            </a:endParaRPr>
          </a:p>
          <a:p>
            <a:pPr indent="-350817" lvl="1" marL="842103" rtl="0" algn="l">
              <a:lnSpc>
                <a:spcPct val="120008"/>
              </a:lnSpc>
              <a:spcBef>
                <a:spcPts val="0"/>
              </a:spcBef>
              <a:spcAft>
                <a:spcPts val="0"/>
              </a:spcAft>
              <a:buClr>
                <a:schemeClr val="accent1"/>
              </a:buClr>
              <a:buSzPts val="2209"/>
              <a:buChar char="○"/>
            </a:pPr>
            <a:r>
              <a:rPr lang="en-US" sz="2209">
                <a:solidFill>
                  <a:schemeClr val="accent1"/>
                </a:solidFill>
                <a:latin typeface="Public Sans"/>
                <a:ea typeface="Public Sans"/>
                <a:cs typeface="Public Sans"/>
                <a:sym typeface="Public Sans"/>
              </a:rPr>
              <a:t>Represents the EU internationally</a:t>
            </a:r>
            <a:endParaRPr sz="2209">
              <a:solidFill>
                <a:schemeClr val="accent1"/>
              </a:solidFill>
              <a:latin typeface="Public Sans"/>
              <a:ea typeface="Public Sans"/>
              <a:cs typeface="Public Sans"/>
              <a:sym typeface="Public Sans"/>
            </a:endParaRPr>
          </a:p>
          <a:p>
            <a:pPr indent="-350817" lvl="2" marL="1263153" rtl="0" algn="l">
              <a:lnSpc>
                <a:spcPct val="120008"/>
              </a:lnSpc>
              <a:spcBef>
                <a:spcPts val="0"/>
              </a:spcBef>
              <a:spcAft>
                <a:spcPts val="0"/>
              </a:spcAft>
              <a:buClr>
                <a:schemeClr val="accent1"/>
              </a:buClr>
              <a:buSzPts val="2209"/>
              <a:buFont typeface="Public Sans"/>
              <a:buChar char="■"/>
            </a:pPr>
            <a:r>
              <a:rPr lang="en-US" sz="2209">
                <a:solidFill>
                  <a:schemeClr val="accent1"/>
                </a:solidFill>
                <a:latin typeface="Public Sans"/>
                <a:ea typeface="Public Sans"/>
                <a:cs typeface="Public Sans"/>
                <a:sym typeface="Public Sans"/>
              </a:rPr>
              <a:t>Negotiates with other entities on behalf of EU</a:t>
            </a:r>
            <a:endParaRPr sz="2209">
              <a:solidFill>
                <a:schemeClr val="accent1"/>
              </a:solidFill>
              <a:latin typeface="Public Sans"/>
              <a:ea typeface="Public Sans"/>
              <a:cs typeface="Public Sans"/>
              <a:sym typeface="Public Sans"/>
            </a:endParaRPr>
          </a:p>
          <a:p>
            <a:pPr indent="0" lvl="0" marL="0" rtl="0" algn="l">
              <a:lnSpc>
                <a:spcPct val="120008"/>
              </a:lnSpc>
              <a:spcBef>
                <a:spcPts val="0"/>
              </a:spcBef>
              <a:spcAft>
                <a:spcPts val="0"/>
              </a:spcAft>
              <a:buNone/>
            </a:pPr>
            <a:r>
              <a:t/>
            </a:r>
            <a:endParaRPr sz="2209">
              <a:solidFill>
                <a:schemeClr val="accent1"/>
              </a:solidFill>
              <a:latin typeface="Public Sans"/>
              <a:ea typeface="Public Sans"/>
              <a:cs typeface="Public Sans"/>
              <a:sym typeface="Public Sans"/>
            </a:endParaRPr>
          </a:p>
        </p:txBody>
      </p:sp>
      <p:sp>
        <p:nvSpPr>
          <p:cNvPr id="117" name="Google Shape;117;p16"/>
          <p:cNvSpPr txBox="1"/>
          <p:nvPr/>
        </p:nvSpPr>
        <p:spPr>
          <a:xfrm>
            <a:off x="9841556" y="5490604"/>
            <a:ext cx="5520600" cy="3604800"/>
          </a:xfrm>
          <a:prstGeom prst="rect">
            <a:avLst/>
          </a:prstGeom>
          <a:noFill/>
          <a:ln>
            <a:noFill/>
          </a:ln>
        </p:spPr>
        <p:txBody>
          <a:bodyPr anchorCtr="0" anchor="t" bIns="0" lIns="0" spcFirstLastPara="1" rIns="0" wrap="square" tIns="0">
            <a:spAutoFit/>
          </a:bodyPr>
          <a:lstStyle/>
          <a:p>
            <a:pPr indent="-350817" lvl="1" marL="842103" rtl="0" algn="l">
              <a:lnSpc>
                <a:spcPct val="120008"/>
              </a:lnSpc>
              <a:spcBef>
                <a:spcPts val="0"/>
              </a:spcBef>
              <a:spcAft>
                <a:spcPts val="0"/>
              </a:spcAft>
              <a:buClr>
                <a:schemeClr val="accent1"/>
              </a:buClr>
              <a:buSzPts val="2209"/>
              <a:buChar char="○"/>
            </a:pPr>
            <a:r>
              <a:rPr lang="en-US" sz="2209">
                <a:solidFill>
                  <a:schemeClr val="accent1"/>
                </a:solidFill>
                <a:latin typeface="Public Sans"/>
                <a:ea typeface="Public Sans"/>
                <a:cs typeface="Public Sans"/>
                <a:sym typeface="Public Sans"/>
              </a:rPr>
              <a:t>Limited resources</a:t>
            </a:r>
            <a:endParaRPr sz="2209">
              <a:solidFill>
                <a:schemeClr val="accent1"/>
              </a:solidFill>
              <a:latin typeface="Public Sans"/>
              <a:ea typeface="Public Sans"/>
              <a:cs typeface="Public Sans"/>
              <a:sym typeface="Public Sans"/>
            </a:endParaRPr>
          </a:p>
          <a:p>
            <a:pPr indent="-350817" lvl="2" marL="1263153" rtl="0" algn="l">
              <a:lnSpc>
                <a:spcPct val="120008"/>
              </a:lnSpc>
              <a:spcBef>
                <a:spcPts val="0"/>
              </a:spcBef>
              <a:spcAft>
                <a:spcPts val="0"/>
              </a:spcAft>
              <a:buClr>
                <a:schemeClr val="accent1"/>
              </a:buClr>
              <a:buSzPts val="2209"/>
              <a:buFont typeface="Public Sans"/>
              <a:buChar char="■"/>
            </a:pPr>
            <a:r>
              <a:rPr lang="en-US" sz="2209">
                <a:solidFill>
                  <a:schemeClr val="accent1"/>
                </a:solidFill>
                <a:latin typeface="Public Sans"/>
                <a:ea typeface="Public Sans"/>
                <a:cs typeface="Public Sans"/>
                <a:sym typeface="Public Sans"/>
              </a:rPr>
              <a:t>Relies on member states to implement laws and courts to enforce them</a:t>
            </a:r>
            <a:endParaRPr sz="2209">
              <a:solidFill>
                <a:schemeClr val="accent1"/>
              </a:solidFill>
              <a:latin typeface="Public Sans"/>
              <a:ea typeface="Public Sans"/>
              <a:cs typeface="Public Sans"/>
              <a:sym typeface="Public Sans"/>
            </a:endParaRPr>
          </a:p>
          <a:p>
            <a:pPr indent="-350817" lvl="1" marL="842103" rtl="0" algn="l">
              <a:lnSpc>
                <a:spcPct val="120008"/>
              </a:lnSpc>
              <a:spcBef>
                <a:spcPts val="0"/>
              </a:spcBef>
              <a:spcAft>
                <a:spcPts val="0"/>
              </a:spcAft>
              <a:buClr>
                <a:schemeClr val="accent1"/>
              </a:buClr>
              <a:buSzPts val="2209"/>
              <a:buFont typeface="Public Sans"/>
              <a:buChar char="○"/>
            </a:pPr>
            <a:r>
              <a:rPr lang="en-US" sz="2209">
                <a:solidFill>
                  <a:schemeClr val="accent1"/>
                </a:solidFill>
                <a:latin typeface="Public Sans"/>
                <a:ea typeface="Public Sans"/>
                <a:cs typeface="Public Sans"/>
                <a:sym typeface="Public Sans"/>
              </a:rPr>
              <a:t>European Council sets agenda</a:t>
            </a:r>
            <a:endParaRPr sz="2209">
              <a:solidFill>
                <a:schemeClr val="accent1"/>
              </a:solidFill>
              <a:latin typeface="Public Sans"/>
              <a:ea typeface="Public Sans"/>
              <a:cs typeface="Public Sans"/>
              <a:sym typeface="Public Sans"/>
            </a:endParaRPr>
          </a:p>
          <a:p>
            <a:pPr indent="-350817" lvl="2" marL="1263153" rtl="0" algn="l">
              <a:lnSpc>
                <a:spcPct val="120008"/>
              </a:lnSpc>
              <a:spcBef>
                <a:spcPts val="0"/>
              </a:spcBef>
              <a:spcAft>
                <a:spcPts val="0"/>
              </a:spcAft>
              <a:buClr>
                <a:schemeClr val="accent1"/>
              </a:buClr>
              <a:buSzPts val="2209"/>
              <a:buFont typeface="Public Sans"/>
              <a:buChar char="■"/>
            </a:pPr>
            <a:r>
              <a:rPr lang="en-US" sz="2209">
                <a:solidFill>
                  <a:schemeClr val="accent1"/>
                </a:solidFill>
                <a:latin typeface="Public Sans"/>
                <a:ea typeface="Public Sans"/>
                <a:cs typeface="Public Sans"/>
                <a:sym typeface="Public Sans"/>
              </a:rPr>
              <a:t>Sets the term for trade talks</a:t>
            </a:r>
            <a:endParaRPr sz="2209">
              <a:solidFill>
                <a:schemeClr val="accent1"/>
              </a:solidFill>
              <a:latin typeface="Public Sans"/>
              <a:ea typeface="Public Sans"/>
              <a:cs typeface="Public Sans"/>
              <a:sym typeface="Public Sans"/>
            </a:endParaRPr>
          </a:p>
          <a:p>
            <a:pPr indent="-350817" lvl="2" marL="1263153" rtl="0" algn="l">
              <a:lnSpc>
                <a:spcPct val="120008"/>
              </a:lnSpc>
              <a:spcBef>
                <a:spcPts val="0"/>
              </a:spcBef>
              <a:spcAft>
                <a:spcPts val="0"/>
              </a:spcAft>
              <a:buClr>
                <a:schemeClr val="accent1"/>
              </a:buClr>
              <a:buSzPts val="2209"/>
              <a:buFont typeface="Public Sans"/>
              <a:buChar char="■"/>
            </a:pPr>
            <a:r>
              <a:rPr lang="en-US" sz="2209">
                <a:solidFill>
                  <a:schemeClr val="accent1"/>
                </a:solidFill>
                <a:latin typeface="Public Sans"/>
                <a:ea typeface="Public Sans"/>
                <a:cs typeface="Public Sans"/>
                <a:sym typeface="Public Sans"/>
              </a:rPr>
              <a:t>Commission can only advise Council on most issues</a:t>
            </a:r>
            <a:endParaRPr sz="2209">
              <a:solidFill>
                <a:schemeClr val="accent1"/>
              </a:solidFill>
              <a:latin typeface="Public Sans"/>
              <a:ea typeface="Public Sans"/>
              <a:cs typeface="Public Sans"/>
              <a:sym typeface="Public Sans"/>
            </a:endParaRPr>
          </a:p>
          <a:p>
            <a:pPr indent="0" lvl="0" marL="0" marR="0" rtl="0" algn="l">
              <a:lnSpc>
                <a:spcPct val="120008"/>
              </a:lnSpc>
              <a:spcBef>
                <a:spcPts val="0"/>
              </a:spcBef>
              <a:spcAft>
                <a:spcPts val="0"/>
              </a:spcAft>
              <a:buNone/>
            </a:pPr>
            <a:r>
              <a:t/>
            </a:r>
            <a:endParaRPr sz="2209">
              <a:solidFill>
                <a:schemeClr val="accent1"/>
              </a:solidFill>
              <a:latin typeface="Public Sans"/>
              <a:ea typeface="Public Sans"/>
              <a:cs typeface="Public Sans"/>
              <a:sym typeface="Public Sans"/>
            </a:endParaRPr>
          </a:p>
        </p:txBody>
      </p:sp>
      <p:sp>
        <p:nvSpPr>
          <p:cNvPr id="118" name="Google Shape;118;p16"/>
          <p:cNvSpPr txBox="1"/>
          <p:nvPr/>
        </p:nvSpPr>
        <p:spPr>
          <a:xfrm>
            <a:off x="2346756" y="4544895"/>
            <a:ext cx="2677200" cy="637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144">
                <a:solidFill>
                  <a:schemeClr val="accent1"/>
                </a:solidFill>
                <a:latin typeface="Public Sans"/>
                <a:ea typeface="Public Sans"/>
                <a:cs typeface="Public Sans"/>
                <a:sym typeface="Public Sans"/>
              </a:rPr>
              <a:t>Strengths</a:t>
            </a:r>
            <a:endParaRPr sz="1289">
              <a:solidFill>
                <a:schemeClr val="accent1"/>
              </a:solidFill>
            </a:endParaRPr>
          </a:p>
        </p:txBody>
      </p:sp>
      <p:sp>
        <p:nvSpPr>
          <p:cNvPr id="119" name="Google Shape;119;p16"/>
          <p:cNvSpPr txBox="1"/>
          <p:nvPr/>
        </p:nvSpPr>
        <p:spPr>
          <a:xfrm>
            <a:off x="9806852" y="4544895"/>
            <a:ext cx="2677200" cy="637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lang="en-US" sz="4144">
                <a:solidFill>
                  <a:schemeClr val="accent1"/>
                </a:solidFill>
                <a:latin typeface="Public Sans"/>
                <a:ea typeface="Public Sans"/>
                <a:cs typeface="Public Sans"/>
                <a:sym typeface="Public Sans"/>
              </a:rPr>
              <a:t>Limits</a:t>
            </a:r>
            <a:endParaRPr sz="1289">
              <a:solidFill>
                <a:schemeClr val="accen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25" name="Google Shape;125;p17"/>
          <p:cNvSpPr txBox="1"/>
          <p:nvPr/>
        </p:nvSpPr>
        <p:spPr>
          <a:xfrm>
            <a:off x="1028700" y="3914829"/>
            <a:ext cx="8115300" cy="827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500" u="none" cap="none" strike="noStrike">
                <a:solidFill>
                  <a:schemeClr val="accent1"/>
                </a:solidFill>
                <a:latin typeface="Public Sans"/>
                <a:ea typeface="Public Sans"/>
                <a:cs typeface="Public Sans"/>
                <a:sym typeface="Public Sans"/>
              </a:rPr>
              <a:t>The </a:t>
            </a:r>
            <a:r>
              <a:rPr lang="en-US" sz="2500">
                <a:solidFill>
                  <a:schemeClr val="accent1"/>
                </a:solidFill>
                <a:latin typeface="Public Sans"/>
                <a:ea typeface="Public Sans"/>
                <a:cs typeface="Public Sans"/>
                <a:sym typeface="Public Sans"/>
              </a:rPr>
              <a:t>Council</a:t>
            </a:r>
            <a:r>
              <a:rPr lang="en-US" sz="2500">
                <a:solidFill>
                  <a:schemeClr val="accent1"/>
                </a:solidFill>
                <a:latin typeface="Public Sans"/>
                <a:ea typeface="Public Sans"/>
                <a:cs typeface="Public Sans"/>
                <a:sym typeface="Public Sans"/>
              </a:rPr>
              <a:t> sets the EU’s long-term agenda.</a:t>
            </a:r>
            <a:endParaRPr sz="2500">
              <a:solidFill>
                <a:schemeClr val="accent1"/>
              </a:solidFill>
              <a:latin typeface="Public Sans"/>
              <a:ea typeface="Public Sans"/>
              <a:cs typeface="Public Sans"/>
              <a:sym typeface="Public Sans"/>
            </a:endParaRPr>
          </a:p>
          <a:p>
            <a:pPr indent="0" lvl="0" marL="0" marR="0" rtl="0" algn="l">
              <a:lnSpc>
                <a:spcPct val="115000"/>
              </a:lnSpc>
              <a:spcBef>
                <a:spcPts val="0"/>
              </a:spcBef>
              <a:spcAft>
                <a:spcPts val="0"/>
              </a:spcAft>
              <a:buNone/>
            </a:pPr>
            <a:r>
              <a:t/>
            </a:r>
            <a:endParaRPr sz="2500">
              <a:solidFill>
                <a:schemeClr val="accent1"/>
              </a:solidFill>
              <a:latin typeface="Public Sans"/>
              <a:ea typeface="Public Sans"/>
              <a:cs typeface="Public Sans"/>
              <a:sym typeface="Public Sans"/>
            </a:endParaRPr>
          </a:p>
        </p:txBody>
      </p:sp>
      <p:sp>
        <p:nvSpPr>
          <p:cNvPr id="126" name="Google Shape;126;p17"/>
          <p:cNvSpPr txBox="1"/>
          <p:nvPr/>
        </p:nvSpPr>
        <p:spPr>
          <a:xfrm>
            <a:off x="1028700" y="1200150"/>
            <a:ext cx="9969900" cy="2265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000">
                <a:solidFill>
                  <a:schemeClr val="accent1"/>
                </a:solidFill>
                <a:latin typeface="Bebas Neue"/>
                <a:ea typeface="Bebas Neue"/>
                <a:cs typeface="Bebas Neue"/>
                <a:sym typeface="Bebas Neue"/>
              </a:rPr>
              <a:t>What is the</a:t>
            </a:r>
            <a:r>
              <a:rPr b="1" i="0" lang="en-US" sz="8000" u="none" cap="none" strike="noStrike">
                <a:solidFill>
                  <a:schemeClr val="accent1"/>
                </a:solidFill>
                <a:latin typeface="Bebas Neue"/>
                <a:ea typeface="Bebas Neue"/>
                <a:cs typeface="Bebas Neue"/>
                <a:sym typeface="Bebas Neue"/>
              </a:rPr>
              <a:t> </a:t>
            </a:r>
            <a:endParaRPr>
              <a:solidFill>
                <a:schemeClr val="accent1"/>
              </a:solidFill>
            </a:endParaRPr>
          </a:p>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european Council?</a:t>
            </a:r>
            <a:endParaRPr>
              <a:solidFill>
                <a:schemeClr val="accent1"/>
              </a:solidFill>
            </a:endParaRPr>
          </a:p>
        </p:txBody>
      </p:sp>
      <p:sp>
        <p:nvSpPr>
          <p:cNvPr id="127" name="Google Shape;127;p17"/>
          <p:cNvSpPr txBox="1"/>
          <p:nvPr/>
        </p:nvSpPr>
        <p:spPr>
          <a:xfrm>
            <a:off x="1372500" y="5184725"/>
            <a:ext cx="7427700" cy="4357500"/>
          </a:xfrm>
          <a:prstGeom prst="rect">
            <a:avLst/>
          </a:prstGeom>
          <a:noFill/>
          <a:ln>
            <a:noFill/>
          </a:ln>
        </p:spPr>
        <p:txBody>
          <a:bodyPr anchorCtr="0" anchor="t" bIns="0" lIns="0" spcFirstLastPara="1" rIns="0" wrap="square" tIns="0">
            <a:spAutoFit/>
          </a:bodyPr>
          <a:lstStyle/>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Made up of elected heads of EU member states</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Handles major political issues and shapes EU policy:</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T</a:t>
            </a:r>
            <a:r>
              <a:rPr lang="en-US" sz="2399">
                <a:solidFill>
                  <a:schemeClr val="accent1"/>
                </a:solidFill>
                <a:latin typeface="Public Sans"/>
                <a:ea typeface="Public Sans"/>
                <a:cs typeface="Public Sans"/>
                <a:sym typeface="Public Sans"/>
              </a:rPr>
              <a:t>reaty changes across EU</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Enlargement of EU to new member states</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Development of Common Foreign Policy</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Creation of Monetary Union</a:t>
            </a:r>
            <a:endParaRPr sz="2399">
              <a:solidFill>
                <a:schemeClr val="accent1"/>
              </a:solidFill>
              <a:latin typeface="Public Sans"/>
              <a:ea typeface="Public Sans"/>
              <a:cs typeface="Public Sans"/>
              <a:sym typeface="Public Sans"/>
            </a:endParaRPr>
          </a:p>
          <a:p>
            <a:pPr indent="-380937" lvl="3" marL="18288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the Euro</a:t>
            </a:r>
            <a:endParaRPr sz="2399">
              <a:solidFill>
                <a:schemeClr val="accent1"/>
              </a:solidFill>
              <a:latin typeface="Public Sans"/>
              <a:ea typeface="Public Sans"/>
              <a:cs typeface="Public Sans"/>
              <a:sym typeface="Public Sans"/>
            </a:endParaRPr>
          </a:p>
          <a:p>
            <a:pPr indent="0" lvl="0" marL="914400" rtl="0" algn="l">
              <a:lnSpc>
                <a:spcPct val="120008"/>
              </a:lnSpc>
              <a:spcBef>
                <a:spcPts val="0"/>
              </a:spcBef>
              <a:spcAft>
                <a:spcPts val="0"/>
              </a:spcAft>
              <a:buNone/>
            </a:pPr>
            <a:r>
              <a:t/>
            </a:r>
            <a:endParaRPr sz="2399">
              <a:solidFill>
                <a:schemeClr val="accent1"/>
              </a:solidFill>
              <a:latin typeface="Public Sans"/>
              <a:ea typeface="Public Sans"/>
              <a:cs typeface="Public Sans"/>
              <a:sym typeface="Public Sans"/>
            </a:endParaRPr>
          </a:p>
        </p:txBody>
      </p:sp>
      <p:pic>
        <p:nvPicPr>
          <p:cNvPr id="128" name="Google Shape;128;p17" title="Council_of_the_EU_and_European_Council.svg.png"/>
          <p:cNvPicPr preferRelativeResize="0"/>
          <p:nvPr/>
        </p:nvPicPr>
        <p:blipFill>
          <a:blip r:embed="rId3">
            <a:alphaModFix/>
          </a:blip>
          <a:stretch>
            <a:fillRect/>
          </a:stretch>
        </p:blipFill>
        <p:spPr>
          <a:xfrm>
            <a:off x="10998600" y="2895900"/>
            <a:ext cx="6130625" cy="5255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34" name="Google Shape;134;p18"/>
          <p:cNvSpPr txBox="1"/>
          <p:nvPr/>
        </p:nvSpPr>
        <p:spPr>
          <a:xfrm>
            <a:off x="1372500" y="4072325"/>
            <a:ext cx="8302800" cy="1269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2500">
                <a:solidFill>
                  <a:schemeClr val="accent1"/>
                </a:solidFill>
                <a:latin typeface="Public Sans"/>
                <a:ea typeface="Public Sans"/>
                <a:cs typeface="Public Sans"/>
                <a:sym typeface="Public Sans"/>
              </a:rPr>
              <a:t>The Council Leadership is comprised of its President, the President of the </a:t>
            </a:r>
            <a:r>
              <a:rPr lang="en-US" sz="2500">
                <a:solidFill>
                  <a:schemeClr val="accent1"/>
                </a:solidFill>
                <a:latin typeface="Public Sans"/>
                <a:ea typeface="Public Sans"/>
                <a:cs typeface="Public Sans"/>
                <a:sym typeface="Public Sans"/>
              </a:rPr>
              <a:t>European</a:t>
            </a:r>
            <a:r>
              <a:rPr lang="en-US" sz="2500">
                <a:solidFill>
                  <a:schemeClr val="accent1"/>
                </a:solidFill>
                <a:latin typeface="Public Sans"/>
                <a:ea typeface="Public Sans"/>
                <a:cs typeface="Public Sans"/>
                <a:sym typeface="Public Sans"/>
              </a:rPr>
              <a:t> Commission, and representatives from EU member states.</a:t>
            </a:r>
            <a:endParaRPr sz="2500">
              <a:solidFill>
                <a:schemeClr val="accent1"/>
              </a:solidFill>
              <a:latin typeface="Public Sans"/>
              <a:ea typeface="Public Sans"/>
              <a:cs typeface="Public Sans"/>
              <a:sym typeface="Public Sans"/>
            </a:endParaRPr>
          </a:p>
        </p:txBody>
      </p:sp>
      <p:sp>
        <p:nvSpPr>
          <p:cNvPr id="135" name="Google Shape;135;p18"/>
          <p:cNvSpPr txBox="1"/>
          <p:nvPr/>
        </p:nvSpPr>
        <p:spPr>
          <a:xfrm>
            <a:off x="1028700" y="1200150"/>
            <a:ext cx="11664000" cy="2265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000">
                <a:solidFill>
                  <a:schemeClr val="accent1"/>
                </a:solidFill>
                <a:latin typeface="Bebas Neue"/>
                <a:ea typeface="Bebas Neue"/>
                <a:cs typeface="Bebas Neue"/>
                <a:sym typeface="Bebas Neue"/>
              </a:rPr>
              <a:t>leadership of the</a:t>
            </a:r>
            <a:endParaRPr>
              <a:solidFill>
                <a:schemeClr val="accent1"/>
              </a:solidFill>
            </a:endParaRPr>
          </a:p>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european Council</a:t>
            </a:r>
            <a:endParaRPr>
              <a:solidFill>
                <a:schemeClr val="accent1"/>
              </a:solidFill>
            </a:endParaRPr>
          </a:p>
        </p:txBody>
      </p:sp>
      <p:sp>
        <p:nvSpPr>
          <p:cNvPr id="136" name="Google Shape;136;p18"/>
          <p:cNvSpPr txBox="1"/>
          <p:nvPr/>
        </p:nvSpPr>
        <p:spPr>
          <a:xfrm>
            <a:off x="1372500" y="5614925"/>
            <a:ext cx="8829300" cy="3471300"/>
          </a:xfrm>
          <a:prstGeom prst="rect">
            <a:avLst/>
          </a:prstGeom>
          <a:noFill/>
          <a:ln>
            <a:noFill/>
          </a:ln>
        </p:spPr>
        <p:txBody>
          <a:bodyPr anchorCtr="0" anchor="t" bIns="0" lIns="0" spcFirstLastPara="1" rIns="0" wrap="square" tIns="0">
            <a:spAutoFit/>
          </a:bodyPr>
          <a:lstStyle/>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President (currently Charles Michel)</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Elected by qualified majority for 2.5 year terms, max of 2 terms</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Responsible for convening and chairing meetings</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Can call extraordinary sessions during crises</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Membership from EU member states limited to Heads of State/Govt</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Policy since 2009</a:t>
            </a:r>
            <a:endParaRPr sz="2399">
              <a:solidFill>
                <a:schemeClr val="accent1"/>
              </a:solidFill>
              <a:latin typeface="Public Sans"/>
              <a:ea typeface="Public Sans"/>
              <a:cs typeface="Public Sans"/>
              <a:sym typeface="Public Sans"/>
            </a:endParaRPr>
          </a:p>
        </p:txBody>
      </p:sp>
      <p:pic>
        <p:nvPicPr>
          <p:cNvPr id="137" name="Google Shape;137;p18" title="urnnewsmldpa.com20090101251124-911-019735-v1-s2048-1.jpg"/>
          <p:cNvPicPr preferRelativeResize="0"/>
          <p:nvPr/>
        </p:nvPicPr>
        <p:blipFill rotWithShape="1">
          <a:blip r:embed="rId3">
            <a:alphaModFix/>
          </a:blip>
          <a:srcRect b="0" l="34671" r="18884" t="0"/>
          <a:stretch/>
        </p:blipFill>
        <p:spPr>
          <a:xfrm>
            <a:off x="11121250" y="0"/>
            <a:ext cx="7166750" cy="1028700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43" name="Google Shape;143;p19"/>
          <p:cNvSpPr txBox="1"/>
          <p:nvPr/>
        </p:nvSpPr>
        <p:spPr>
          <a:xfrm>
            <a:off x="1028700" y="1200150"/>
            <a:ext cx="11664000" cy="2265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000">
                <a:solidFill>
                  <a:schemeClr val="accent1"/>
                </a:solidFill>
                <a:latin typeface="Bebas Neue"/>
                <a:ea typeface="Bebas Neue"/>
                <a:cs typeface="Bebas Neue"/>
                <a:sym typeface="Bebas Neue"/>
              </a:rPr>
              <a:t>decision-making</a:t>
            </a:r>
            <a:r>
              <a:rPr b="1" i="0" lang="en-US" sz="8000" u="none" cap="none" strike="noStrike">
                <a:solidFill>
                  <a:schemeClr val="accent1"/>
                </a:solidFill>
                <a:latin typeface="Bebas Neue"/>
                <a:ea typeface="Bebas Neue"/>
                <a:cs typeface="Bebas Neue"/>
                <a:sym typeface="Bebas Neue"/>
              </a:rPr>
              <a:t> </a:t>
            </a:r>
            <a:r>
              <a:rPr b="1" lang="en-US" sz="8000">
                <a:solidFill>
                  <a:schemeClr val="accent1"/>
                </a:solidFill>
                <a:latin typeface="Bebas Neue"/>
                <a:ea typeface="Bebas Neue"/>
                <a:cs typeface="Bebas Neue"/>
                <a:sym typeface="Bebas Neue"/>
              </a:rPr>
              <a:t>of the</a:t>
            </a:r>
            <a:endParaRPr>
              <a:solidFill>
                <a:schemeClr val="accent1"/>
              </a:solidFill>
            </a:endParaRPr>
          </a:p>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european Council</a:t>
            </a:r>
            <a:endParaRPr>
              <a:solidFill>
                <a:schemeClr val="accent1"/>
              </a:solidFill>
            </a:endParaRPr>
          </a:p>
        </p:txBody>
      </p:sp>
      <p:sp>
        <p:nvSpPr>
          <p:cNvPr id="144" name="Google Shape;144;p19"/>
          <p:cNvSpPr txBox="1"/>
          <p:nvPr/>
        </p:nvSpPr>
        <p:spPr>
          <a:xfrm>
            <a:off x="1673250" y="5571325"/>
            <a:ext cx="8897700" cy="3914400"/>
          </a:xfrm>
          <a:prstGeom prst="rect">
            <a:avLst/>
          </a:prstGeom>
          <a:noFill/>
          <a:ln>
            <a:noFill/>
          </a:ln>
        </p:spPr>
        <p:txBody>
          <a:bodyPr anchorCtr="0" anchor="t" bIns="0" lIns="0" spcFirstLastPara="1" rIns="0" wrap="square" tIns="0">
            <a:spAutoFit/>
          </a:bodyPr>
          <a:lstStyle/>
          <a:p>
            <a:pPr indent="-380936" lvl="1" marL="9144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Meets at least 4 times per year</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Lays out specific issues and objectives for the EU to address</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No formal legislative power, sets agenda for EU policy and legislation</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Results published as formal “conclusions” at end of meetings</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Agreed upon by all participants (consensus based)</a:t>
            </a:r>
            <a:endParaRPr sz="2399">
              <a:solidFill>
                <a:schemeClr val="accent1"/>
              </a:solidFill>
              <a:latin typeface="Public Sans"/>
              <a:ea typeface="Public Sans"/>
              <a:cs typeface="Public Sans"/>
              <a:sym typeface="Public Sans"/>
            </a:endParaRPr>
          </a:p>
          <a:p>
            <a:pPr indent="0" lvl="0" marL="0" rtl="0" algn="l">
              <a:lnSpc>
                <a:spcPct val="120008"/>
              </a:lnSpc>
              <a:spcBef>
                <a:spcPts val="0"/>
              </a:spcBef>
              <a:spcAft>
                <a:spcPts val="0"/>
              </a:spcAft>
              <a:buNone/>
            </a:pPr>
            <a:r>
              <a:t/>
            </a:r>
            <a:endParaRPr sz="2399">
              <a:solidFill>
                <a:schemeClr val="accent1"/>
              </a:solidFill>
              <a:latin typeface="Public Sans"/>
              <a:ea typeface="Public Sans"/>
              <a:cs typeface="Public Sans"/>
              <a:sym typeface="Public Sans"/>
            </a:endParaRPr>
          </a:p>
        </p:txBody>
      </p:sp>
      <p:sp>
        <p:nvSpPr>
          <p:cNvPr id="145" name="Google Shape;145;p19"/>
          <p:cNvSpPr txBox="1"/>
          <p:nvPr/>
        </p:nvSpPr>
        <p:spPr>
          <a:xfrm>
            <a:off x="1673250" y="4114650"/>
            <a:ext cx="8897700" cy="12699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2500">
                <a:solidFill>
                  <a:schemeClr val="accent1"/>
                </a:solidFill>
                <a:latin typeface="Public Sans"/>
                <a:ea typeface="Public Sans"/>
                <a:cs typeface="Public Sans"/>
                <a:sym typeface="Public Sans"/>
              </a:rPr>
              <a:t>The Council’s “Conclusions” are used to identify issues of concern in the EU, and to outline deadlines and courses of action.</a:t>
            </a:r>
            <a:endParaRPr sz="2500">
              <a:solidFill>
                <a:schemeClr val="accent1"/>
              </a:solidFill>
              <a:latin typeface="Public Sans"/>
              <a:ea typeface="Public Sans"/>
              <a:cs typeface="Public Sans"/>
              <a:sym typeface="Public Sans"/>
            </a:endParaRPr>
          </a:p>
        </p:txBody>
      </p:sp>
      <p:pic>
        <p:nvPicPr>
          <p:cNvPr id="146" name="Google Shape;146;p19" title="1975-03-10-11_dublin-euco-2583x1800.jpg"/>
          <p:cNvPicPr preferRelativeResize="0"/>
          <p:nvPr/>
        </p:nvPicPr>
        <p:blipFill rotWithShape="1">
          <a:blip r:embed="rId3">
            <a:alphaModFix/>
          </a:blip>
          <a:srcRect b="0" l="0" r="49556" t="0"/>
          <a:stretch/>
        </p:blipFill>
        <p:spPr>
          <a:xfrm>
            <a:off x="10840454" y="0"/>
            <a:ext cx="7447552" cy="10287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52" name="Google Shape;152;p20"/>
          <p:cNvSpPr txBox="1"/>
          <p:nvPr/>
        </p:nvSpPr>
        <p:spPr>
          <a:xfrm>
            <a:off x="1028700" y="1200150"/>
            <a:ext cx="10272600" cy="22659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000">
                <a:solidFill>
                  <a:schemeClr val="accent1"/>
                </a:solidFill>
                <a:latin typeface="Bebas Neue"/>
                <a:ea typeface="Bebas Neue"/>
                <a:cs typeface="Bebas Neue"/>
                <a:sym typeface="Bebas Neue"/>
              </a:rPr>
              <a:t>What is the</a:t>
            </a:r>
            <a:r>
              <a:rPr b="1" i="0" lang="en-US" sz="8000" u="none" cap="none" strike="noStrike">
                <a:solidFill>
                  <a:schemeClr val="accent1"/>
                </a:solidFill>
                <a:latin typeface="Bebas Neue"/>
                <a:ea typeface="Bebas Neue"/>
                <a:cs typeface="Bebas Neue"/>
                <a:sym typeface="Bebas Neue"/>
              </a:rPr>
              <a:t> </a:t>
            </a:r>
            <a:endParaRPr>
              <a:solidFill>
                <a:schemeClr val="accent1"/>
              </a:solidFill>
            </a:endParaRPr>
          </a:p>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Council of the EU?</a:t>
            </a:r>
            <a:endParaRPr>
              <a:solidFill>
                <a:schemeClr val="accent1"/>
              </a:solidFill>
            </a:endParaRPr>
          </a:p>
        </p:txBody>
      </p:sp>
      <p:sp>
        <p:nvSpPr>
          <p:cNvPr id="153" name="Google Shape;153;p20"/>
          <p:cNvSpPr txBox="1"/>
          <p:nvPr/>
        </p:nvSpPr>
        <p:spPr>
          <a:xfrm>
            <a:off x="2148325" y="3849150"/>
            <a:ext cx="9036900" cy="1269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2500" u="none" cap="none" strike="noStrike">
                <a:solidFill>
                  <a:schemeClr val="accent1"/>
                </a:solidFill>
                <a:latin typeface="Public Sans"/>
                <a:ea typeface="Public Sans"/>
                <a:cs typeface="Public Sans"/>
                <a:sym typeface="Public Sans"/>
              </a:rPr>
              <a:t>The </a:t>
            </a:r>
            <a:r>
              <a:rPr lang="en-US" sz="2500">
                <a:solidFill>
                  <a:schemeClr val="accent1"/>
                </a:solidFill>
                <a:latin typeface="Public Sans"/>
                <a:ea typeface="Public Sans"/>
                <a:cs typeface="Public Sans"/>
                <a:sym typeface="Public Sans"/>
              </a:rPr>
              <a:t>Council of the EU , also called the “Council of Ministers,” is the EU’s legislative body representing the 27 member states. </a:t>
            </a:r>
            <a:endParaRPr sz="2500">
              <a:solidFill>
                <a:schemeClr val="accent1"/>
              </a:solidFill>
              <a:latin typeface="Public Sans"/>
              <a:ea typeface="Public Sans"/>
              <a:cs typeface="Public Sans"/>
              <a:sym typeface="Public Sans"/>
            </a:endParaRPr>
          </a:p>
        </p:txBody>
      </p:sp>
      <p:sp>
        <p:nvSpPr>
          <p:cNvPr id="154" name="Google Shape;154;p20"/>
          <p:cNvSpPr txBox="1"/>
          <p:nvPr/>
        </p:nvSpPr>
        <p:spPr>
          <a:xfrm>
            <a:off x="2148295" y="5438400"/>
            <a:ext cx="13991400" cy="3928800"/>
          </a:xfrm>
          <a:prstGeom prst="rect">
            <a:avLst/>
          </a:prstGeom>
          <a:noFill/>
          <a:ln>
            <a:noFill/>
          </a:ln>
        </p:spPr>
        <p:txBody>
          <a:bodyPr anchorCtr="0" anchor="t" bIns="0" lIns="0" spcFirstLastPara="1" rIns="0" wrap="square" tIns="0">
            <a:spAutoFit/>
          </a:bodyPr>
          <a:lstStyle/>
          <a:p>
            <a:pPr indent="-380936" lvl="1" marL="914400" rtl="0" algn="l">
              <a:lnSpc>
                <a:spcPct val="120008"/>
              </a:lnSpc>
              <a:spcBef>
                <a:spcPts val="0"/>
              </a:spcBef>
              <a:spcAft>
                <a:spcPts val="0"/>
              </a:spcAft>
              <a:buClr>
                <a:schemeClr val="accent1"/>
              </a:buClr>
              <a:buSzPts val="2399"/>
              <a:buChar char="○"/>
            </a:pPr>
            <a:r>
              <a:rPr lang="en-US" sz="2399">
                <a:solidFill>
                  <a:schemeClr val="accent1"/>
                </a:solidFill>
                <a:latin typeface="Public Sans"/>
                <a:ea typeface="Public Sans"/>
                <a:cs typeface="Public Sans"/>
                <a:sym typeface="Public Sans"/>
              </a:rPr>
              <a:t>Made up of national ministers of EU member states</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Ministers work in their policy area</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Along with European Parliament, a key body in EU law making</a:t>
            </a:r>
            <a:endParaRPr sz="2399">
              <a:solidFill>
                <a:schemeClr val="accent1"/>
              </a:solidFill>
              <a:latin typeface="Public Sans"/>
              <a:ea typeface="Public Sans"/>
              <a:cs typeface="Public Sans"/>
              <a:sym typeface="Public Sans"/>
            </a:endParaRPr>
          </a:p>
          <a:p>
            <a:pPr indent="-380936" lvl="1" marL="9144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Presidency is held by a national government, rotates every 6 months</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Chairs all Council meetings and prepares the agenda</a:t>
            </a:r>
            <a:endParaRPr sz="2399">
              <a:solidFill>
                <a:schemeClr val="accent1"/>
              </a:solidFill>
              <a:latin typeface="Public Sans"/>
              <a:ea typeface="Public Sans"/>
              <a:cs typeface="Public Sans"/>
              <a:sym typeface="Public Sans"/>
            </a:endParaRPr>
          </a:p>
          <a:p>
            <a:pPr indent="-380937" lvl="2" marL="1371600" rtl="0" algn="l">
              <a:lnSpc>
                <a:spcPct val="120008"/>
              </a:lnSpc>
              <a:spcBef>
                <a:spcPts val="0"/>
              </a:spcBef>
              <a:spcAft>
                <a:spcPts val="0"/>
              </a:spcAft>
              <a:buClr>
                <a:schemeClr val="accent1"/>
              </a:buClr>
              <a:buSzPts val="2399"/>
              <a:buFont typeface="Public Sans"/>
              <a:buChar char="■"/>
            </a:pPr>
            <a:r>
              <a:rPr lang="en-US" sz="2399">
                <a:solidFill>
                  <a:schemeClr val="accent1"/>
                </a:solidFill>
                <a:latin typeface="Public Sans"/>
                <a:ea typeface="Public Sans"/>
                <a:cs typeface="Public Sans"/>
                <a:sym typeface="Public Sans"/>
              </a:rPr>
              <a:t>Expected to act as a neutral chair</a:t>
            </a:r>
            <a:endParaRPr sz="2399">
              <a:solidFill>
                <a:schemeClr val="accent1"/>
              </a:solidFill>
              <a:latin typeface="Public Sans"/>
              <a:ea typeface="Public Sans"/>
              <a:cs typeface="Public Sans"/>
              <a:sym typeface="Public Sans"/>
            </a:endParaRPr>
          </a:p>
          <a:p>
            <a:pPr indent="-380936" lvl="1" marL="914400" rtl="0" algn="l">
              <a:lnSpc>
                <a:spcPct val="115000"/>
              </a:lnSpc>
              <a:spcBef>
                <a:spcPts val="0"/>
              </a:spcBef>
              <a:spcAft>
                <a:spcPts val="0"/>
              </a:spcAft>
              <a:buClr>
                <a:schemeClr val="accent1"/>
              </a:buClr>
              <a:buSzPts val="2399"/>
              <a:buChar char="○"/>
            </a:pPr>
            <a:r>
              <a:rPr lang="en-US" sz="2500">
                <a:solidFill>
                  <a:schemeClr val="accent1"/>
                </a:solidFill>
                <a:latin typeface="Public Sans"/>
                <a:ea typeface="Public Sans"/>
                <a:cs typeface="Public Sans"/>
                <a:sym typeface="Public Sans"/>
              </a:rPr>
              <a:t>Committee of Permanent Representatives from member states</a:t>
            </a:r>
            <a:endParaRPr sz="2500">
              <a:solidFill>
                <a:schemeClr val="accent1"/>
              </a:solidFill>
              <a:latin typeface="Public Sans"/>
              <a:ea typeface="Public Sans"/>
              <a:cs typeface="Public Sans"/>
              <a:sym typeface="Public Sans"/>
            </a:endParaRPr>
          </a:p>
          <a:p>
            <a:pPr indent="-380937" lvl="2" marL="1371600" rtl="0" algn="l">
              <a:lnSpc>
                <a:spcPct val="115000"/>
              </a:lnSpc>
              <a:spcBef>
                <a:spcPts val="0"/>
              </a:spcBef>
              <a:spcAft>
                <a:spcPts val="0"/>
              </a:spcAft>
              <a:buClr>
                <a:schemeClr val="accent1"/>
              </a:buClr>
              <a:buSzPts val="2399"/>
              <a:buChar char="■"/>
            </a:pPr>
            <a:r>
              <a:rPr lang="en-US" sz="2500">
                <a:solidFill>
                  <a:schemeClr val="accent1"/>
                </a:solidFill>
                <a:latin typeface="Public Sans"/>
                <a:ea typeface="Public Sans"/>
                <a:cs typeface="Public Sans"/>
                <a:sym typeface="Public Sans"/>
              </a:rPr>
              <a:t>Made up of senior civil servants</a:t>
            </a:r>
            <a:endParaRPr sz="2500">
              <a:solidFill>
                <a:schemeClr val="accent1"/>
              </a:solidFill>
              <a:latin typeface="Public Sans"/>
              <a:ea typeface="Public Sans"/>
              <a:cs typeface="Public Sans"/>
              <a:sym typeface="Public Sans"/>
            </a:endParaRPr>
          </a:p>
          <a:p>
            <a:pPr indent="-380937" lvl="2" marL="1371600" rtl="0" algn="l">
              <a:lnSpc>
                <a:spcPct val="115000"/>
              </a:lnSpc>
              <a:spcBef>
                <a:spcPts val="0"/>
              </a:spcBef>
              <a:spcAft>
                <a:spcPts val="0"/>
              </a:spcAft>
              <a:buClr>
                <a:schemeClr val="accent1"/>
              </a:buClr>
              <a:buSzPts val="2399"/>
              <a:buChar char="■"/>
            </a:pPr>
            <a:r>
              <a:rPr lang="en-US" sz="2500">
                <a:solidFill>
                  <a:schemeClr val="accent1"/>
                </a:solidFill>
                <a:latin typeface="Public Sans"/>
                <a:ea typeface="Public Sans"/>
                <a:cs typeface="Public Sans"/>
                <a:sym typeface="Public Sans"/>
              </a:rPr>
              <a:t>Prepares the work of the Council of the EU</a:t>
            </a:r>
            <a:endParaRPr sz="2399">
              <a:solidFill>
                <a:schemeClr val="accent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60" name="Google Shape;160;p21"/>
          <p:cNvSpPr txBox="1"/>
          <p:nvPr/>
        </p:nvSpPr>
        <p:spPr>
          <a:xfrm>
            <a:off x="7222200" y="2726650"/>
            <a:ext cx="7421400" cy="827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500">
                <a:solidFill>
                  <a:schemeClr val="accent1"/>
                </a:solidFill>
                <a:latin typeface="Public Sans"/>
                <a:ea typeface="Public Sans"/>
                <a:cs typeface="Public Sans"/>
                <a:sym typeface="Public Sans"/>
              </a:rPr>
              <a:t>Five Key Responsibilities</a:t>
            </a:r>
            <a:endParaRPr sz="2500">
              <a:solidFill>
                <a:schemeClr val="accent1"/>
              </a:solidFill>
              <a:latin typeface="Public Sans"/>
              <a:ea typeface="Public Sans"/>
              <a:cs typeface="Public Sans"/>
              <a:sym typeface="Public Sans"/>
            </a:endParaRPr>
          </a:p>
          <a:p>
            <a:pPr indent="0" lvl="0" marL="0" marR="0" rtl="0" algn="l">
              <a:lnSpc>
                <a:spcPct val="115000"/>
              </a:lnSpc>
              <a:spcBef>
                <a:spcPts val="0"/>
              </a:spcBef>
              <a:spcAft>
                <a:spcPts val="0"/>
              </a:spcAft>
              <a:buNone/>
            </a:pPr>
            <a:r>
              <a:t/>
            </a:r>
            <a:endParaRPr sz="2500">
              <a:solidFill>
                <a:schemeClr val="accent1"/>
              </a:solidFill>
              <a:latin typeface="Public Sans"/>
              <a:ea typeface="Public Sans"/>
              <a:cs typeface="Public Sans"/>
              <a:sym typeface="Public Sans"/>
            </a:endParaRPr>
          </a:p>
        </p:txBody>
      </p:sp>
      <p:sp>
        <p:nvSpPr>
          <p:cNvPr id="161" name="Google Shape;161;p21"/>
          <p:cNvSpPr txBox="1"/>
          <p:nvPr/>
        </p:nvSpPr>
        <p:spPr>
          <a:xfrm>
            <a:off x="1028700" y="1200150"/>
            <a:ext cx="6193500" cy="45315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8000">
                <a:solidFill>
                  <a:schemeClr val="accent1"/>
                </a:solidFill>
                <a:latin typeface="Bebas Neue"/>
                <a:ea typeface="Bebas Neue"/>
                <a:cs typeface="Bebas Neue"/>
                <a:sym typeface="Bebas Neue"/>
              </a:rPr>
              <a:t>responsibilities of the</a:t>
            </a:r>
            <a:r>
              <a:rPr b="1" i="0" lang="en-US" sz="8000" u="none" cap="none" strike="noStrike">
                <a:solidFill>
                  <a:schemeClr val="accent1"/>
                </a:solidFill>
                <a:latin typeface="Bebas Neue"/>
                <a:ea typeface="Bebas Neue"/>
                <a:cs typeface="Bebas Neue"/>
                <a:sym typeface="Bebas Neue"/>
              </a:rPr>
              <a:t> </a:t>
            </a:r>
            <a:endParaRPr>
              <a:solidFill>
                <a:schemeClr val="accent1"/>
              </a:solidFill>
            </a:endParaRPr>
          </a:p>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Council of the EU</a:t>
            </a:r>
            <a:endParaRPr>
              <a:solidFill>
                <a:schemeClr val="accent1"/>
              </a:solidFill>
            </a:endParaRPr>
          </a:p>
        </p:txBody>
      </p:sp>
      <p:sp>
        <p:nvSpPr>
          <p:cNvPr id="162" name="Google Shape;162;p21"/>
          <p:cNvSpPr/>
          <p:nvPr/>
        </p:nvSpPr>
        <p:spPr>
          <a:xfrm>
            <a:off x="7222200" y="3474020"/>
            <a:ext cx="1889125" cy="766356"/>
          </a:xfrm>
          <a:custGeom>
            <a:rect b="b" l="l" r="r" t="t"/>
            <a:pathLst>
              <a:path extrusionOk="0" h="3035073" w="6350000">
                <a:moveTo>
                  <a:pt x="0" y="0"/>
                </a:moveTo>
                <a:lnTo>
                  <a:pt x="0" y="3035073"/>
                </a:lnTo>
                <a:lnTo>
                  <a:pt x="6350000" y="3035073"/>
                </a:lnTo>
                <a:lnTo>
                  <a:pt x="6350000" y="0"/>
                </a:lnTo>
                <a:lnTo>
                  <a:pt x="0" y="0"/>
                </a:lnTo>
                <a:close/>
                <a:moveTo>
                  <a:pt x="6286500" y="2971573"/>
                </a:moveTo>
                <a:lnTo>
                  <a:pt x="63500" y="2971573"/>
                </a:lnTo>
                <a:lnTo>
                  <a:pt x="63500" y="63500"/>
                </a:lnTo>
                <a:lnTo>
                  <a:pt x="6286500" y="63500"/>
                </a:lnTo>
                <a:lnTo>
                  <a:pt x="6286500" y="2971573"/>
                </a:lnTo>
                <a:close/>
                <a:moveTo>
                  <a:pt x="394081" y="2666392"/>
                </a:moveTo>
                <a:cubicBezTo>
                  <a:pt x="429387" y="2669821"/>
                  <a:pt x="529209" y="2690522"/>
                  <a:pt x="529209" y="2812823"/>
                </a:cubicBezTo>
                <a:lnTo>
                  <a:pt x="529209" y="2825523"/>
                </a:lnTo>
                <a:lnTo>
                  <a:pt x="5820791" y="2825523"/>
                </a:lnTo>
                <a:lnTo>
                  <a:pt x="5820791" y="2812823"/>
                </a:lnTo>
                <a:cubicBezTo>
                  <a:pt x="5820791" y="2690903"/>
                  <a:pt x="5920613" y="2670075"/>
                  <a:pt x="5955919" y="2666392"/>
                </a:cubicBezTo>
                <a:cubicBezTo>
                  <a:pt x="5962777" y="2755292"/>
                  <a:pt x="6037199" y="2825523"/>
                  <a:pt x="6127750" y="2825523"/>
                </a:cubicBezTo>
                <a:lnTo>
                  <a:pt x="6140450" y="2825523"/>
                </a:lnTo>
                <a:lnTo>
                  <a:pt x="6140450" y="2812823"/>
                </a:lnTo>
                <a:cubicBezTo>
                  <a:pt x="6140450" y="2722146"/>
                  <a:pt x="6070092" y="2647723"/>
                  <a:pt x="5981065" y="2640992"/>
                </a:cubicBezTo>
                <a:cubicBezTo>
                  <a:pt x="5983351" y="2600860"/>
                  <a:pt x="5997067" y="2568729"/>
                  <a:pt x="6021959" y="2545615"/>
                </a:cubicBezTo>
                <a:cubicBezTo>
                  <a:pt x="6065266" y="2505483"/>
                  <a:pt x="6125464" y="2505737"/>
                  <a:pt x="6125845" y="2505737"/>
                </a:cubicBezTo>
                <a:lnTo>
                  <a:pt x="6140323" y="2505864"/>
                </a:lnTo>
                <a:lnTo>
                  <a:pt x="6140323" y="2493291"/>
                </a:lnTo>
                <a:lnTo>
                  <a:pt x="6140323" y="541909"/>
                </a:lnTo>
                <a:lnTo>
                  <a:pt x="6140323" y="529463"/>
                </a:lnTo>
                <a:lnTo>
                  <a:pt x="6125845" y="529463"/>
                </a:lnTo>
                <a:cubicBezTo>
                  <a:pt x="6125210" y="529590"/>
                  <a:pt x="6065393" y="529717"/>
                  <a:pt x="6021959" y="489585"/>
                </a:cubicBezTo>
                <a:cubicBezTo>
                  <a:pt x="5996940" y="466344"/>
                  <a:pt x="5983224" y="434213"/>
                  <a:pt x="5980938" y="394208"/>
                </a:cubicBezTo>
                <a:cubicBezTo>
                  <a:pt x="6069965" y="387477"/>
                  <a:pt x="6140323" y="313055"/>
                  <a:pt x="6140323" y="222377"/>
                </a:cubicBezTo>
                <a:lnTo>
                  <a:pt x="6140323" y="209677"/>
                </a:lnTo>
                <a:lnTo>
                  <a:pt x="6127623" y="209677"/>
                </a:lnTo>
                <a:cubicBezTo>
                  <a:pt x="6037072" y="209677"/>
                  <a:pt x="5962650" y="279908"/>
                  <a:pt x="5955792" y="368808"/>
                </a:cubicBezTo>
                <a:cubicBezTo>
                  <a:pt x="5920486" y="365252"/>
                  <a:pt x="5820664" y="344297"/>
                  <a:pt x="5820664" y="222377"/>
                </a:cubicBezTo>
                <a:lnTo>
                  <a:pt x="5820664" y="209677"/>
                </a:lnTo>
                <a:lnTo>
                  <a:pt x="529209" y="209677"/>
                </a:lnTo>
                <a:lnTo>
                  <a:pt x="529209" y="222377"/>
                </a:lnTo>
                <a:cubicBezTo>
                  <a:pt x="529209" y="344297"/>
                  <a:pt x="429387" y="365252"/>
                  <a:pt x="394081" y="368808"/>
                </a:cubicBezTo>
                <a:cubicBezTo>
                  <a:pt x="387223" y="279908"/>
                  <a:pt x="312801" y="209677"/>
                  <a:pt x="222250" y="209677"/>
                </a:cubicBezTo>
                <a:lnTo>
                  <a:pt x="209550" y="209677"/>
                </a:lnTo>
                <a:lnTo>
                  <a:pt x="209550" y="222377"/>
                </a:lnTo>
                <a:cubicBezTo>
                  <a:pt x="209550" y="313055"/>
                  <a:pt x="279908" y="387477"/>
                  <a:pt x="368935" y="394208"/>
                </a:cubicBezTo>
                <a:cubicBezTo>
                  <a:pt x="366649" y="434340"/>
                  <a:pt x="352933" y="466471"/>
                  <a:pt x="327914" y="489585"/>
                </a:cubicBezTo>
                <a:cubicBezTo>
                  <a:pt x="284480" y="529844"/>
                  <a:pt x="224663" y="529463"/>
                  <a:pt x="224028" y="529463"/>
                </a:cubicBezTo>
                <a:lnTo>
                  <a:pt x="209550" y="529844"/>
                </a:lnTo>
                <a:lnTo>
                  <a:pt x="209550" y="541909"/>
                </a:lnTo>
                <a:lnTo>
                  <a:pt x="209550" y="2493165"/>
                </a:lnTo>
                <a:lnTo>
                  <a:pt x="209550" y="2506499"/>
                </a:lnTo>
                <a:lnTo>
                  <a:pt x="224028" y="2505737"/>
                </a:lnTo>
                <a:cubicBezTo>
                  <a:pt x="224790" y="2505737"/>
                  <a:pt x="284607" y="2505483"/>
                  <a:pt x="327914" y="2545615"/>
                </a:cubicBezTo>
                <a:cubicBezTo>
                  <a:pt x="352933" y="2568856"/>
                  <a:pt x="366649" y="2600861"/>
                  <a:pt x="368808" y="2640993"/>
                </a:cubicBezTo>
                <a:cubicBezTo>
                  <a:pt x="279781" y="2647724"/>
                  <a:pt x="209423" y="2722146"/>
                  <a:pt x="209423" y="2812823"/>
                </a:cubicBezTo>
                <a:lnTo>
                  <a:pt x="209423" y="2825523"/>
                </a:lnTo>
                <a:lnTo>
                  <a:pt x="222123" y="2825523"/>
                </a:lnTo>
                <a:cubicBezTo>
                  <a:pt x="312801" y="2825523"/>
                  <a:pt x="387223" y="2755292"/>
                  <a:pt x="394081" y="2666392"/>
                </a:cubicBezTo>
                <a:close/>
                <a:moveTo>
                  <a:pt x="318516" y="2507008"/>
                </a:moveTo>
                <a:cubicBezTo>
                  <a:pt x="285496" y="2487323"/>
                  <a:pt x="251206" y="2482115"/>
                  <a:pt x="234950" y="2480719"/>
                </a:cubicBezTo>
                <a:lnTo>
                  <a:pt x="234950" y="554355"/>
                </a:lnTo>
                <a:cubicBezTo>
                  <a:pt x="251206" y="552958"/>
                  <a:pt x="285496" y="547751"/>
                  <a:pt x="318516" y="528066"/>
                </a:cubicBezTo>
                <a:cubicBezTo>
                  <a:pt x="351536" y="508381"/>
                  <a:pt x="390398" y="469519"/>
                  <a:pt x="394462" y="394843"/>
                </a:cubicBezTo>
                <a:lnTo>
                  <a:pt x="394843" y="394843"/>
                </a:lnTo>
                <a:lnTo>
                  <a:pt x="394843" y="393954"/>
                </a:lnTo>
                <a:cubicBezTo>
                  <a:pt x="433451" y="389890"/>
                  <a:pt x="547497" y="366776"/>
                  <a:pt x="554355" y="234950"/>
                </a:cubicBezTo>
                <a:lnTo>
                  <a:pt x="5795772" y="234950"/>
                </a:lnTo>
                <a:cubicBezTo>
                  <a:pt x="5802630" y="366649"/>
                  <a:pt x="5916676" y="389890"/>
                  <a:pt x="5955284" y="393954"/>
                </a:cubicBezTo>
                <a:lnTo>
                  <a:pt x="5955284" y="394843"/>
                </a:lnTo>
                <a:lnTo>
                  <a:pt x="5955665" y="394843"/>
                </a:lnTo>
                <a:cubicBezTo>
                  <a:pt x="5959602" y="469519"/>
                  <a:pt x="5998591" y="508508"/>
                  <a:pt x="6031611" y="528066"/>
                </a:cubicBezTo>
                <a:cubicBezTo>
                  <a:pt x="6064631" y="547751"/>
                  <a:pt x="6098921" y="552958"/>
                  <a:pt x="6115177" y="554355"/>
                </a:cubicBezTo>
                <a:lnTo>
                  <a:pt x="6115177" y="2480718"/>
                </a:lnTo>
                <a:cubicBezTo>
                  <a:pt x="6098921" y="2482115"/>
                  <a:pt x="6064631" y="2487323"/>
                  <a:pt x="6031611" y="2507007"/>
                </a:cubicBezTo>
                <a:cubicBezTo>
                  <a:pt x="5998591" y="2526692"/>
                  <a:pt x="5959729" y="2565554"/>
                  <a:pt x="5955665" y="2640230"/>
                </a:cubicBezTo>
                <a:lnTo>
                  <a:pt x="5955284" y="2640230"/>
                </a:lnTo>
                <a:lnTo>
                  <a:pt x="5955284" y="2641119"/>
                </a:lnTo>
                <a:cubicBezTo>
                  <a:pt x="5916676" y="2645183"/>
                  <a:pt x="5802630" y="2668297"/>
                  <a:pt x="5795772" y="2800123"/>
                </a:cubicBezTo>
                <a:lnTo>
                  <a:pt x="554355" y="2800123"/>
                </a:lnTo>
                <a:cubicBezTo>
                  <a:pt x="547497" y="2668424"/>
                  <a:pt x="433451" y="2645183"/>
                  <a:pt x="394843" y="2641119"/>
                </a:cubicBezTo>
                <a:lnTo>
                  <a:pt x="394843" y="2640230"/>
                </a:lnTo>
                <a:lnTo>
                  <a:pt x="394462" y="2640230"/>
                </a:lnTo>
                <a:cubicBezTo>
                  <a:pt x="390398" y="2565554"/>
                  <a:pt x="351536" y="2526692"/>
                  <a:pt x="318516" y="2507008"/>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1"/>
              </a:solidFill>
            </a:endParaRPr>
          </a:p>
        </p:txBody>
      </p:sp>
      <p:sp>
        <p:nvSpPr>
          <p:cNvPr id="163" name="Google Shape;163;p21"/>
          <p:cNvSpPr/>
          <p:nvPr/>
        </p:nvSpPr>
        <p:spPr>
          <a:xfrm>
            <a:off x="7222200" y="4621371"/>
            <a:ext cx="1889125" cy="766356"/>
          </a:xfrm>
          <a:custGeom>
            <a:rect b="b" l="l" r="r" t="t"/>
            <a:pathLst>
              <a:path extrusionOk="0" h="3035073" w="6350000">
                <a:moveTo>
                  <a:pt x="0" y="0"/>
                </a:moveTo>
                <a:lnTo>
                  <a:pt x="0" y="3035073"/>
                </a:lnTo>
                <a:lnTo>
                  <a:pt x="6350000" y="3035073"/>
                </a:lnTo>
                <a:lnTo>
                  <a:pt x="6350000" y="0"/>
                </a:lnTo>
                <a:lnTo>
                  <a:pt x="0" y="0"/>
                </a:lnTo>
                <a:close/>
                <a:moveTo>
                  <a:pt x="6286500" y="2971573"/>
                </a:moveTo>
                <a:lnTo>
                  <a:pt x="63500" y="2971573"/>
                </a:lnTo>
                <a:lnTo>
                  <a:pt x="63500" y="63500"/>
                </a:lnTo>
                <a:lnTo>
                  <a:pt x="6286500" y="63500"/>
                </a:lnTo>
                <a:lnTo>
                  <a:pt x="6286500" y="2971573"/>
                </a:lnTo>
                <a:close/>
                <a:moveTo>
                  <a:pt x="394081" y="2666392"/>
                </a:moveTo>
                <a:cubicBezTo>
                  <a:pt x="429387" y="2669821"/>
                  <a:pt x="529209" y="2690522"/>
                  <a:pt x="529209" y="2812823"/>
                </a:cubicBezTo>
                <a:lnTo>
                  <a:pt x="529209" y="2825523"/>
                </a:lnTo>
                <a:lnTo>
                  <a:pt x="5820791" y="2825523"/>
                </a:lnTo>
                <a:lnTo>
                  <a:pt x="5820791" y="2812823"/>
                </a:lnTo>
                <a:cubicBezTo>
                  <a:pt x="5820791" y="2690903"/>
                  <a:pt x="5920613" y="2670075"/>
                  <a:pt x="5955919" y="2666392"/>
                </a:cubicBezTo>
                <a:cubicBezTo>
                  <a:pt x="5962777" y="2755292"/>
                  <a:pt x="6037199" y="2825523"/>
                  <a:pt x="6127750" y="2825523"/>
                </a:cubicBezTo>
                <a:lnTo>
                  <a:pt x="6140450" y="2825523"/>
                </a:lnTo>
                <a:lnTo>
                  <a:pt x="6140450" y="2812823"/>
                </a:lnTo>
                <a:cubicBezTo>
                  <a:pt x="6140450" y="2722146"/>
                  <a:pt x="6070092" y="2647723"/>
                  <a:pt x="5981065" y="2640992"/>
                </a:cubicBezTo>
                <a:cubicBezTo>
                  <a:pt x="5983351" y="2600860"/>
                  <a:pt x="5997067" y="2568729"/>
                  <a:pt x="6021959" y="2545615"/>
                </a:cubicBezTo>
                <a:cubicBezTo>
                  <a:pt x="6065266" y="2505483"/>
                  <a:pt x="6125464" y="2505737"/>
                  <a:pt x="6125845" y="2505737"/>
                </a:cubicBezTo>
                <a:lnTo>
                  <a:pt x="6140323" y="2505864"/>
                </a:lnTo>
                <a:lnTo>
                  <a:pt x="6140323" y="2493291"/>
                </a:lnTo>
                <a:lnTo>
                  <a:pt x="6140323" y="541909"/>
                </a:lnTo>
                <a:lnTo>
                  <a:pt x="6140323" y="529463"/>
                </a:lnTo>
                <a:lnTo>
                  <a:pt x="6125845" y="529463"/>
                </a:lnTo>
                <a:cubicBezTo>
                  <a:pt x="6125210" y="529590"/>
                  <a:pt x="6065393" y="529717"/>
                  <a:pt x="6021959" y="489585"/>
                </a:cubicBezTo>
                <a:cubicBezTo>
                  <a:pt x="5996940" y="466344"/>
                  <a:pt x="5983224" y="434213"/>
                  <a:pt x="5980938" y="394208"/>
                </a:cubicBezTo>
                <a:cubicBezTo>
                  <a:pt x="6069965" y="387477"/>
                  <a:pt x="6140323" y="313055"/>
                  <a:pt x="6140323" y="222377"/>
                </a:cubicBezTo>
                <a:lnTo>
                  <a:pt x="6140323" y="209677"/>
                </a:lnTo>
                <a:lnTo>
                  <a:pt x="6127623" y="209677"/>
                </a:lnTo>
                <a:cubicBezTo>
                  <a:pt x="6037072" y="209677"/>
                  <a:pt x="5962650" y="279908"/>
                  <a:pt x="5955792" y="368808"/>
                </a:cubicBezTo>
                <a:cubicBezTo>
                  <a:pt x="5920486" y="365252"/>
                  <a:pt x="5820664" y="344297"/>
                  <a:pt x="5820664" y="222377"/>
                </a:cubicBezTo>
                <a:lnTo>
                  <a:pt x="5820664" y="209677"/>
                </a:lnTo>
                <a:lnTo>
                  <a:pt x="529209" y="209677"/>
                </a:lnTo>
                <a:lnTo>
                  <a:pt x="529209" y="222377"/>
                </a:lnTo>
                <a:cubicBezTo>
                  <a:pt x="529209" y="344297"/>
                  <a:pt x="429387" y="365252"/>
                  <a:pt x="394081" y="368808"/>
                </a:cubicBezTo>
                <a:cubicBezTo>
                  <a:pt x="387223" y="279908"/>
                  <a:pt x="312801" y="209677"/>
                  <a:pt x="222250" y="209677"/>
                </a:cubicBezTo>
                <a:lnTo>
                  <a:pt x="209550" y="209677"/>
                </a:lnTo>
                <a:lnTo>
                  <a:pt x="209550" y="222377"/>
                </a:lnTo>
                <a:cubicBezTo>
                  <a:pt x="209550" y="313055"/>
                  <a:pt x="279908" y="387477"/>
                  <a:pt x="368935" y="394208"/>
                </a:cubicBezTo>
                <a:cubicBezTo>
                  <a:pt x="366649" y="434340"/>
                  <a:pt x="352933" y="466471"/>
                  <a:pt x="327914" y="489585"/>
                </a:cubicBezTo>
                <a:cubicBezTo>
                  <a:pt x="284480" y="529844"/>
                  <a:pt x="224663" y="529463"/>
                  <a:pt x="224028" y="529463"/>
                </a:cubicBezTo>
                <a:lnTo>
                  <a:pt x="209550" y="529844"/>
                </a:lnTo>
                <a:lnTo>
                  <a:pt x="209550" y="541909"/>
                </a:lnTo>
                <a:lnTo>
                  <a:pt x="209550" y="2493165"/>
                </a:lnTo>
                <a:lnTo>
                  <a:pt x="209550" y="2506499"/>
                </a:lnTo>
                <a:lnTo>
                  <a:pt x="224028" y="2505737"/>
                </a:lnTo>
                <a:cubicBezTo>
                  <a:pt x="224790" y="2505737"/>
                  <a:pt x="284607" y="2505483"/>
                  <a:pt x="327914" y="2545615"/>
                </a:cubicBezTo>
                <a:cubicBezTo>
                  <a:pt x="352933" y="2568856"/>
                  <a:pt x="366649" y="2600861"/>
                  <a:pt x="368808" y="2640993"/>
                </a:cubicBezTo>
                <a:cubicBezTo>
                  <a:pt x="279781" y="2647724"/>
                  <a:pt x="209423" y="2722146"/>
                  <a:pt x="209423" y="2812823"/>
                </a:cubicBezTo>
                <a:lnTo>
                  <a:pt x="209423" y="2825523"/>
                </a:lnTo>
                <a:lnTo>
                  <a:pt x="222123" y="2825523"/>
                </a:lnTo>
                <a:cubicBezTo>
                  <a:pt x="312801" y="2825523"/>
                  <a:pt x="387223" y="2755292"/>
                  <a:pt x="394081" y="2666392"/>
                </a:cubicBezTo>
                <a:close/>
                <a:moveTo>
                  <a:pt x="318516" y="2507008"/>
                </a:moveTo>
                <a:cubicBezTo>
                  <a:pt x="285496" y="2487323"/>
                  <a:pt x="251206" y="2482115"/>
                  <a:pt x="234950" y="2480719"/>
                </a:cubicBezTo>
                <a:lnTo>
                  <a:pt x="234950" y="554355"/>
                </a:lnTo>
                <a:cubicBezTo>
                  <a:pt x="251206" y="552958"/>
                  <a:pt x="285496" y="547751"/>
                  <a:pt x="318516" y="528066"/>
                </a:cubicBezTo>
                <a:cubicBezTo>
                  <a:pt x="351536" y="508381"/>
                  <a:pt x="390398" y="469519"/>
                  <a:pt x="394462" y="394843"/>
                </a:cubicBezTo>
                <a:lnTo>
                  <a:pt x="394843" y="394843"/>
                </a:lnTo>
                <a:lnTo>
                  <a:pt x="394843" y="393954"/>
                </a:lnTo>
                <a:cubicBezTo>
                  <a:pt x="433451" y="389890"/>
                  <a:pt x="547497" y="366776"/>
                  <a:pt x="554355" y="234950"/>
                </a:cubicBezTo>
                <a:lnTo>
                  <a:pt x="5795772" y="234950"/>
                </a:lnTo>
                <a:cubicBezTo>
                  <a:pt x="5802630" y="366649"/>
                  <a:pt x="5916676" y="389890"/>
                  <a:pt x="5955284" y="393954"/>
                </a:cubicBezTo>
                <a:lnTo>
                  <a:pt x="5955284" y="394843"/>
                </a:lnTo>
                <a:lnTo>
                  <a:pt x="5955665" y="394843"/>
                </a:lnTo>
                <a:cubicBezTo>
                  <a:pt x="5959602" y="469519"/>
                  <a:pt x="5998591" y="508508"/>
                  <a:pt x="6031611" y="528066"/>
                </a:cubicBezTo>
                <a:cubicBezTo>
                  <a:pt x="6064631" y="547751"/>
                  <a:pt x="6098921" y="552958"/>
                  <a:pt x="6115177" y="554355"/>
                </a:cubicBezTo>
                <a:lnTo>
                  <a:pt x="6115177" y="2480718"/>
                </a:lnTo>
                <a:cubicBezTo>
                  <a:pt x="6098921" y="2482115"/>
                  <a:pt x="6064631" y="2487323"/>
                  <a:pt x="6031611" y="2507007"/>
                </a:cubicBezTo>
                <a:cubicBezTo>
                  <a:pt x="5998591" y="2526692"/>
                  <a:pt x="5959729" y="2565554"/>
                  <a:pt x="5955665" y="2640230"/>
                </a:cubicBezTo>
                <a:lnTo>
                  <a:pt x="5955284" y="2640230"/>
                </a:lnTo>
                <a:lnTo>
                  <a:pt x="5955284" y="2641119"/>
                </a:lnTo>
                <a:cubicBezTo>
                  <a:pt x="5916676" y="2645183"/>
                  <a:pt x="5802630" y="2668297"/>
                  <a:pt x="5795772" y="2800123"/>
                </a:cubicBezTo>
                <a:lnTo>
                  <a:pt x="554355" y="2800123"/>
                </a:lnTo>
                <a:cubicBezTo>
                  <a:pt x="547497" y="2668424"/>
                  <a:pt x="433451" y="2645183"/>
                  <a:pt x="394843" y="2641119"/>
                </a:cubicBezTo>
                <a:lnTo>
                  <a:pt x="394843" y="2640230"/>
                </a:lnTo>
                <a:lnTo>
                  <a:pt x="394462" y="2640230"/>
                </a:lnTo>
                <a:cubicBezTo>
                  <a:pt x="390398" y="2565554"/>
                  <a:pt x="351536" y="2526692"/>
                  <a:pt x="318516" y="250700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chemeClr val="accent1"/>
              </a:solidFill>
            </a:endParaRPr>
          </a:p>
        </p:txBody>
      </p:sp>
      <p:sp>
        <p:nvSpPr>
          <p:cNvPr id="164" name="Google Shape;164;p21"/>
          <p:cNvSpPr/>
          <p:nvPr/>
        </p:nvSpPr>
        <p:spPr>
          <a:xfrm>
            <a:off x="7222200" y="5769888"/>
            <a:ext cx="1889125" cy="766356"/>
          </a:xfrm>
          <a:custGeom>
            <a:rect b="b" l="l" r="r" t="t"/>
            <a:pathLst>
              <a:path extrusionOk="0" h="3035073" w="6350000">
                <a:moveTo>
                  <a:pt x="0" y="0"/>
                </a:moveTo>
                <a:lnTo>
                  <a:pt x="0" y="3035073"/>
                </a:lnTo>
                <a:lnTo>
                  <a:pt x="6350000" y="3035073"/>
                </a:lnTo>
                <a:lnTo>
                  <a:pt x="6350000" y="0"/>
                </a:lnTo>
                <a:lnTo>
                  <a:pt x="0" y="0"/>
                </a:lnTo>
                <a:close/>
                <a:moveTo>
                  <a:pt x="6286500" y="2971573"/>
                </a:moveTo>
                <a:lnTo>
                  <a:pt x="63500" y="2971573"/>
                </a:lnTo>
                <a:lnTo>
                  <a:pt x="63500" y="63500"/>
                </a:lnTo>
                <a:lnTo>
                  <a:pt x="6286500" y="63500"/>
                </a:lnTo>
                <a:lnTo>
                  <a:pt x="6286500" y="2971573"/>
                </a:lnTo>
                <a:close/>
                <a:moveTo>
                  <a:pt x="394081" y="2666392"/>
                </a:moveTo>
                <a:cubicBezTo>
                  <a:pt x="429387" y="2669821"/>
                  <a:pt x="529209" y="2690522"/>
                  <a:pt x="529209" y="2812823"/>
                </a:cubicBezTo>
                <a:lnTo>
                  <a:pt x="529209" y="2825523"/>
                </a:lnTo>
                <a:lnTo>
                  <a:pt x="5820791" y="2825523"/>
                </a:lnTo>
                <a:lnTo>
                  <a:pt x="5820791" y="2812823"/>
                </a:lnTo>
                <a:cubicBezTo>
                  <a:pt x="5820791" y="2690903"/>
                  <a:pt x="5920613" y="2670075"/>
                  <a:pt x="5955919" y="2666392"/>
                </a:cubicBezTo>
                <a:cubicBezTo>
                  <a:pt x="5962777" y="2755292"/>
                  <a:pt x="6037199" y="2825523"/>
                  <a:pt x="6127750" y="2825523"/>
                </a:cubicBezTo>
                <a:lnTo>
                  <a:pt x="6140450" y="2825523"/>
                </a:lnTo>
                <a:lnTo>
                  <a:pt x="6140450" y="2812823"/>
                </a:lnTo>
                <a:cubicBezTo>
                  <a:pt x="6140450" y="2722146"/>
                  <a:pt x="6070092" y="2647723"/>
                  <a:pt x="5981065" y="2640992"/>
                </a:cubicBezTo>
                <a:cubicBezTo>
                  <a:pt x="5983351" y="2600860"/>
                  <a:pt x="5997067" y="2568729"/>
                  <a:pt x="6021959" y="2545615"/>
                </a:cubicBezTo>
                <a:cubicBezTo>
                  <a:pt x="6065266" y="2505483"/>
                  <a:pt x="6125464" y="2505737"/>
                  <a:pt x="6125845" y="2505737"/>
                </a:cubicBezTo>
                <a:lnTo>
                  <a:pt x="6140323" y="2505864"/>
                </a:lnTo>
                <a:lnTo>
                  <a:pt x="6140323" y="2493291"/>
                </a:lnTo>
                <a:lnTo>
                  <a:pt x="6140323" y="541909"/>
                </a:lnTo>
                <a:lnTo>
                  <a:pt x="6140323" y="529463"/>
                </a:lnTo>
                <a:lnTo>
                  <a:pt x="6125845" y="529463"/>
                </a:lnTo>
                <a:cubicBezTo>
                  <a:pt x="6125210" y="529590"/>
                  <a:pt x="6065393" y="529717"/>
                  <a:pt x="6021959" y="489585"/>
                </a:cubicBezTo>
                <a:cubicBezTo>
                  <a:pt x="5996940" y="466344"/>
                  <a:pt x="5983224" y="434213"/>
                  <a:pt x="5980938" y="394208"/>
                </a:cubicBezTo>
                <a:cubicBezTo>
                  <a:pt x="6069965" y="387477"/>
                  <a:pt x="6140323" y="313055"/>
                  <a:pt x="6140323" y="222377"/>
                </a:cubicBezTo>
                <a:lnTo>
                  <a:pt x="6140323" y="209677"/>
                </a:lnTo>
                <a:lnTo>
                  <a:pt x="6127623" y="209677"/>
                </a:lnTo>
                <a:cubicBezTo>
                  <a:pt x="6037072" y="209677"/>
                  <a:pt x="5962650" y="279908"/>
                  <a:pt x="5955792" y="368808"/>
                </a:cubicBezTo>
                <a:cubicBezTo>
                  <a:pt x="5920486" y="365252"/>
                  <a:pt x="5820664" y="344297"/>
                  <a:pt x="5820664" y="222377"/>
                </a:cubicBezTo>
                <a:lnTo>
                  <a:pt x="5820664" y="209677"/>
                </a:lnTo>
                <a:lnTo>
                  <a:pt x="529209" y="209677"/>
                </a:lnTo>
                <a:lnTo>
                  <a:pt x="529209" y="222377"/>
                </a:lnTo>
                <a:cubicBezTo>
                  <a:pt x="529209" y="344297"/>
                  <a:pt x="429387" y="365252"/>
                  <a:pt x="394081" y="368808"/>
                </a:cubicBezTo>
                <a:cubicBezTo>
                  <a:pt x="387223" y="279908"/>
                  <a:pt x="312801" y="209677"/>
                  <a:pt x="222250" y="209677"/>
                </a:cubicBezTo>
                <a:lnTo>
                  <a:pt x="209550" y="209677"/>
                </a:lnTo>
                <a:lnTo>
                  <a:pt x="209550" y="222377"/>
                </a:lnTo>
                <a:cubicBezTo>
                  <a:pt x="209550" y="313055"/>
                  <a:pt x="279908" y="387477"/>
                  <a:pt x="368935" y="394208"/>
                </a:cubicBezTo>
                <a:cubicBezTo>
                  <a:pt x="366649" y="434340"/>
                  <a:pt x="352933" y="466471"/>
                  <a:pt x="327914" y="489585"/>
                </a:cubicBezTo>
                <a:cubicBezTo>
                  <a:pt x="284480" y="529844"/>
                  <a:pt x="224663" y="529463"/>
                  <a:pt x="224028" y="529463"/>
                </a:cubicBezTo>
                <a:lnTo>
                  <a:pt x="209550" y="529844"/>
                </a:lnTo>
                <a:lnTo>
                  <a:pt x="209550" y="541909"/>
                </a:lnTo>
                <a:lnTo>
                  <a:pt x="209550" y="2493165"/>
                </a:lnTo>
                <a:lnTo>
                  <a:pt x="209550" y="2506499"/>
                </a:lnTo>
                <a:lnTo>
                  <a:pt x="224028" y="2505737"/>
                </a:lnTo>
                <a:cubicBezTo>
                  <a:pt x="224790" y="2505737"/>
                  <a:pt x="284607" y="2505483"/>
                  <a:pt x="327914" y="2545615"/>
                </a:cubicBezTo>
                <a:cubicBezTo>
                  <a:pt x="352933" y="2568856"/>
                  <a:pt x="366649" y="2600861"/>
                  <a:pt x="368808" y="2640993"/>
                </a:cubicBezTo>
                <a:cubicBezTo>
                  <a:pt x="279781" y="2647724"/>
                  <a:pt x="209423" y="2722146"/>
                  <a:pt x="209423" y="2812823"/>
                </a:cubicBezTo>
                <a:lnTo>
                  <a:pt x="209423" y="2825523"/>
                </a:lnTo>
                <a:lnTo>
                  <a:pt x="222123" y="2825523"/>
                </a:lnTo>
                <a:cubicBezTo>
                  <a:pt x="312801" y="2825523"/>
                  <a:pt x="387223" y="2755292"/>
                  <a:pt x="394081" y="2666392"/>
                </a:cubicBezTo>
                <a:close/>
                <a:moveTo>
                  <a:pt x="318516" y="2507008"/>
                </a:moveTo>
                <a:cubicBezTo>
                  <a:pt x="285496" y="2487323"/>
                  <a:pt x="251206" y="2482115"/>
                  <a:pt x="234950" y="2480719"/>
                </a:cubicBezTo>
                <a:lnTo>
                  <a:pt x="234950" y="554355"/>
                </a:lnTo>
                <a:cubicBezTo>
                  <a:pt x="251206" y="552958"/>
                  <a:pt x="285496" y="547751"/>
                  <a:pt x="318516" y="528066"/>
                </a:cubicBezTo>
                <a:cubicBezTo>
                  <a:pt x="351536" y="508381"/>
                  <a:pt x="390398" y="469519"/>
                  <a:pt x="394462" y="394843"/>
                </a:cubicBezTo>
                <a:lnTo>
                  <a:pt x="394843" y="394843"/>
                </a:lnTo>
                <a:lnTo>
                  <a:pt x="394843" y="393954"/>
                </a:lnTo>
                <a:cubicBezTo>
                  <a:pt x="433451" y="389890"/>
                  <a:pt x="547497" y="366776"/>
                  <a:pt x="554355" y="234950"/>
                </a:cubicBezTo>
                <a:lnTo>
                  <a:pt x="5795772" y="234950"/>
                </a:lnTo>
                <a:cubicBezTo>
                  <a:pt x="5802630" y="366649"/>
                  <a:pt x="5916676" y="389890"/>
                  <a:pt x="5955284" y="393954"/>
                </a:cubicBezTo>
                <a:lnTo>
                  <a:pt x="5955284" y="394843"/>
                </a:lnTo>
                <a:lnTo>
                  <a:pt x="5955665" y="394843"/>
                </a:lnTo>
                <a:cubicBezTo>
                  <a:pt x="5959602" y="469519"/>
                  <a:pt x="5998591" y="508508"/>
                  <a:pt x="6031611" y="528066"/>
                </a:cubicBezTo>
                <a:cubicBezTo>
                  <a:pt x="6064631" y="547751"/>
                  <a:pt x="6098921" y="552958"/>
                  <a:pt x="6115177" y="554355"/>
                </a:cubicBezTo>
                <a:lnTo>
                  <a:pt x="6115177" y="2480718"/>
                </a:lnTo>
                <a:cubicBezTo>
                  <a:pt x="6098921" y="2482115"/>
                  <a:pt x="6064631" y="2487323"/>
                  <a:pt x="6031611" y="2507007"/>
                </a:cubicBezTo>
                <a:cubicBezTo>
                  <a:pt x="5998591" y="2526692"/>
                  <a:pt x="5959729" y="2565554"/>
                  <a:pt x="5955665" y="2640230"/>
                </a:cubicBezTo>
                <a:lnTo>
                  <a:pt x="5955284" y="2640230"/>
                </a:lnTo>
                <a:lnTo>
                  <a:pt x="5955284" y="2641119"/>
                </a:lnTo>
                <a:cubicBezTo>
                  <a:pt x="5916676" y="2645183"/>
                  <a:pt x="5802630" y="2668297"/>
                  <a:pt x="5795772" y="2800123"/>
                </a:cubicBezTo>
                <a:lnTo>
                  <a:pt x="554355" y="2800123"/>
                </a:lnTo>
                <a:cubicBezTo>
                  <a:pt x="547497" y="2668424"/>
                  <a:pt x="433451" y="2645183"/>
                  <a:pt x="394843" y="2641119"/>
                </a:cubicBezTo>
                <a:lnTo>
                  <a:pt x="394843" y="2640230"/>
                </a:lnTo>
                <a:lnTo>
                  <a:pt x="394462" y="2640230"/>
                </a:lnTo>
                <a:cubicBezTo>
                  <a:pt x="390398" y="2565554"/>
                  <a:pt x="351536" y="2526692"/>
                  <a:pt x="318516" y="250700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chemeClr val="accent1"/>
              </a:solidFill>
            </a:endParaRPr>
          </a:p>
        </p:txBody>
      </p:sp>
      <p:sp>
        <p:nvSpPr>
          <p:cNvPr id="165" name="Google Shape;165;p21"/>
          <p:cNvSpPr/>
          <p:nvPr/>
        </p:nvSpPr>
        <p:spPr>
          <a:xfrm>
            <a:off x="7222200" y="6918403"/>
            <a:ext cx="1889125" cy="766356"/>
          </a:xfrm>
          <a:custGeom>
            <a:rect b="b" l="l" r="r" t="t"/>
            <a:pathLst>
              <a:path extrusionOk="0" h="3035073" w="6350000">
                <a:moveTo>
                  <a:pt x="0" y="0"/>
                </a:moveTo>
                <a:lnTo>
                  <a:pt x="0" y="3035073"/>
                </a:lnTo>
                <a:lnTo>
                  <a:pt x="6350000" y="3035073"/>
                </a:lnTo>
                <a:lnTo>
                  <a:pt x="6350000" y="0"/>
                </a:lnTo>
                <a:lnTo>
                  <a:pt x="0" y="0"/>
                </a:lnTo>
                <a:close/>
                <a:moveTo>
                  <a:pt x="6286500" y="2971573"/>
                </a:moveTo>
                <a:lnTo>
                  <a:pt x="63500" y="2971573"/>
                </a:lnTo>
                <a:lnTo>
                  <a:pt x="63500" y="63500"/>
                </a:lnTo>
                <a:lnTo>
                  <a:pt x="6286500" y="63500"/>
                </a:lnTo>
                <a:lnTo>
                  <a:pt x="6286500" y="2971573"/>
                </a:lnTo>
                <a:close/>
                <a:moveTo>
                  <a:pt x="394081" y="2666392"/>
                </a:moveTo>
                <a:cubicBezTo>
                  <a:pt x="429387" y="2669821"/>
                  <a:pt x="529209" y="2690522"/>
                  <a:pt x="529209" y="2812823"/>
                </a:cubicBezTo>
                <a:lnTo>
                  <a:pt x="529209" y="2825523"/>
                </a:lnTo>
                <a:lnTo>
                  <a:pt x="5820791" y="2825523"/>
                </a:lnTo>
                <a:lnTo>
                  <a:pt x="5820791" y="2812823"/>
                </a:lnTo>
                <a:cubicBezTo>
                  <a:pt x="5820791" y="2690903"/>
                  <a:pt x="5920613" y="2670075"/>
                  <a:pt x="5955919" y="2666392"/>
                </a:cubicBezTo>
                <a:cubicBezTo>
                  <a:pt x="5962777" y="2755292"/>
                  <a:pt x="6037199" y="2825523"/>
                  <a:pt x="6127750" y="2825523"/>
                </a:cubicBezTo>
                <a:lnTo>
                  <a:pt x="6140450" y="2825523"/>
                </a:lnTo>
                <a:lnTo>
                  <a:pt x="6140450" y="2812823"/>
                </a:lnTo>
                <a:cubicBezTo>
                  <a:pt x="6140450" y="2722146"/>
                  <a:pt x="6070092" y="2647723"/>
                  <a:pt x="5981065" y="2640992"/>
                </a:cubicBezTo>
                <a:cubicBezTo>
                  <a:pt x="5983351" y="2600860"/>
                  <a:pt x="5997067" y="2568729"/>
                  <a:pt x="6021959" y="2545615"/>
                </a:cubicBezTo>
                <a:cubicBezTo>
                  <a:pt x="6065266" y="2505483"/>
                  <a:pt x="6125464" y="2505737"/>
                  <a:pt x="6125845" y="2505737"/>
                </a:cubicBezTo>
                <a:lnTo>
                  <a:pt x="6140323" y="2505864"/>
                </a:lnTo>
                <a:lnTo>
                  <a:pt x="6140323" y="2493291"/>
                </a:lnTo>
                <a:lnTo>
                  <a:pt x="6140323" y="541909"/>
                </a:lnTo>
                <a:lnTo>
                  <a:pt x="6140323" y="529463"/>
                </a:lnTo>
                <a:lnTo>
                  <a:pt x="6125845" y="529463"/>
                </a:lnTo>
                <a:cubicBezTo>
                  <a:pt x="6125210" y="529590"/>
                  <a:pt x="6065393" y="529717"/>
                  <a:pt x="6021959" y="489585"/>
                </a:cubicBezTo>
                <a:cubicBezTo>
                  <a:pt x="5996940" y="466344"/>
                  <a:pt x="5983224" y="434213"/>
                  <a:pt x="5980938" y="394208"/>
                </a:cubicBezTo>
                <a:cubicBezTo>
                  <a:pt x="6069965" y="387477"/>
                  <a:pt x="6140323" y="313055"/>
                  <a:pt x="6140323" y="222377"/>
                </a:cubicBezTo>
                <a:lnTo>
                  <a:pt x="6140323" y="209677"/>
                </a:lnTo>
                <a:lnTo>
                  <a:pt x="6127623" y="209677"/>
                </a:lnTo>
                <a:cubicBezTo>
                  <a:pt x="6037072" y="209677"/>
                  <a:pt x="5962650" y="279908"/>
                  <a:pt x="5955792" y="368808"/>
                </a:cubicBezTo>
                <a:cubicBezTo>
                  <a:pt x="5920486" y="365252"/>
                  <a:pt x="5820664" y="344297"/>
                  <a:pt x="5820664" y="222377"/>
                </a:cubicBezTo>
                <a:lnTo>
                  <a:pt x="5820664" y="209677"/>
                </a:lnTo>
                <a:lnTo>
                  <a:pt x="529209" y="209677"/>
                </a:lnTo>
                <a:lnTo>
                  <a:pt x="529209" y="222377"/>
                </a:lnTo>
                <a:cubicBezTo>
                  <a:pt x="529209" y="344297"/>
                  <a:pt x="429387" y="365252"/>
                  <a:pt x="394081" y="368808"/>
                </a:cubicBezTo>
                <a:cubicBezTo>
                  <a:pt x="387223" y="279908"/>
                  <a:pt x="312801" y="209677"/>
                  <a:pt x="222250" y="209677"/>
                </a:cubicBezTo>
                <a:lnTo>
                  <a:pt x="209550" y="209677"/>
                </a:lnTo>
                <a:lnTo>
                  <a:pt x="209550" y="222377"/>
                </a:lnTo>
                <a:cubicBezTo>
                  <a:pt x="209550" y="313055"/>
                  <a:pt x="279908" y="387477"/>
                  <a:pt x="368935" y="394208"/>
                </a:cubicBezTo>
                <a:cubicBezTo>
                  <a:pt x="366649" y="434340"/>
                  <a:pt x="352933" y="466471"/>
                  <a:pt x="327914" y="489585"/>
                </a:cubicBezTo>
                <a:cubicBezTo>
                  <a:pt x="284480" y="529844"/>
                  <a:pt x="224663" y="529463"/>
                  <a:pt x="224028" y="529463"/>
                </a:cubicBezTo>
                <a:lnTo>
                  <a:pt x="209550" y="529844"/>
                </a:lnTo>
                <a:lnTo>
                  <a:pt x="209550" y="541909"/>
                </a:lnTo>
                <a:lnTo>
                  <a:pt x="209550" y="2493165"/>
                </a:lnTo>
                <a:lnTo>
                  <a:pt x="209550" y="2506499"/>
                </a:lnTo>
                <a:lnTo>
                  <a:pt x="224028" y="2505737"/>
                </a:lnTo>
                <a:cubicBezTo>
                  <a:pt x="224790" y="2505737"/>
                  <a:pt x="284607" y="2505483"/>
                  <a:pt x="327914" y="2545615"/>
                </a:cubicBezTo>
                <a:cubicBezTo>
                  <a:pt x="352933" y="2568856"/>
                  <a:pt x="366649" y="2600861"/>
                  <a:pt x="368808" y="2640993"/>
                </a:cubicBezTo>
                <a:cubicBezTo>
                  <a:pt x="279781" y="2647724"/>
                  <a:pt x="209423" y="2722146"/>
                  <a:pt x="209423" y="2812823"/>
                </a:cubicBezTo>
                <a:lnTo>
                  <a:pt x="209423" y="2825523"/>
                </a:lnTo>
                <a:lnTo>
                  <a:pt x="222123" y="2825523"/>
                </a:lnTo>
                <a:cubicBezTo>
                  <a:pt x="312801" y="2825523"/>
                  <a:pt x="387223" y="2755292"/>
                  <a:pt x="394081" y="2666392"/>
                </a:cubicBezTo>
                <a:close/>
                <a:moveTo>
                  <a:pt x="318516" y="2507008"/>
                </a:moveTo>
                <a:cubicBezTo>
                  <a:pt x="285496" y="2487323"/>
                  <a:pt x="251206" y="2482115"/>
                  <a:pt x="234950" y="2480719"/>
                </a:cubicBezTo>
                <a:lnTo>
                  <a:pt x="234950" y="554355"/>
                </a:lnTo>
                <a:cubicBezTo>
                  <a:pt x="251206" y="552958"/>
                  <a:pt x="285496" y="547751"/>
                  <a:pt x="318516" y="528066"/>
                </a:cubicBezTo>
                <a:cubicBezTo>
                  <a:pt x="351536" y="508381"/>
                  <a:pt x="390398" y="469519"/>
                  <a:pt x="394462" y="394843"/>
                </a:cubicBezTo>
                <a:lnTo>
                  <a:pt x="394843" y="394843"/>
                </a:lnTo>
                <a:lnTo>
                  <a:pt x="394843" y="393954"/>
                </a:lnTo>
                <a:cubicBezTo>
                  <a:pt x="433451" y="389890"/>
                  <a:pt x="547497" y="366776"/>
                  <a:pt x="554355" y="234950"/>
                </a:cubicBezTo>
                <a:lnTo>
                  <a:pt x="5795772" y="234950"/>
                </a:lnTo>
                <a:cubicBezTo>
                  <a:pt x="5802630" y="366649"/>
                  <a:pt x="5916676" y="389890"/>
                  <a:pt x="5955284" y="393954"/>
                </a:cubicBezTo>
                <a:lnTo>
                  <a:pt x="5955284" y="394843"/>
                </a:lnTo>
                <a:lnTo>
                  <a:pt x="5955665" y="394843"/>
                </a:lnTo>
                <a:cubicBezTo>
                  <a:pt x="5959602" y="469519"/>
                  <a:pt x="5998591" y="508508"/>
                  <a:pt x="6031611" y="528066"/>
                </a:cubicBezTo>
                <a:cubicBezTo>
                  <a:pt x="6064631" y="547751"/>
                  <a:pt x="6098921" y="552958"/>
                  <a:pt x="6115177" y="554355"/>
                </a:cubicBezTo>
                <a:lnTo>
                  <a:pt x="6115177" y="2480718"/>
                </a:lnTo>
                <a:cubicBezTo>
                  <a:pt x="6098921" y="2482115"/>
                  <a:pt x="6064631" y="2487323"/>
                  <a:pt x="6031611" y="2507007"/>
                </a:cubicBezTo>
                <a:cubicBezTo>
                  <a:pt x="5998591" y="2526692"/>
                  <a:pt x="5959729" y="2565554"/>
                  <a:pt x="5955665" y="2640230"/>
                </a:cubicBezTo>
                <a:lnTo>
                  <a:pt x="5955284" y="2640230"/>
                </a:lnTo>
                <a:lnTo>
                  <a:pt x="5955284" y="2641119"/>
                </a:lnTo>
                <a:cubicBezTo>
                  <a:pt x="5916676" y="2645183"/>
                  <a:pt x="5802630" y="2668297"/>
                  <a:pt x="5795772" y="2800123"/>
                </a:cubicBezTo>
                <a:lnTo>
                  <a:pt x="554355" y="2800123"/>
                </a:lnTo>
                <a:cubicBezTo>
                  <a:pt x="547497" y="2668424"/>
                  <a:pt x="433451" y="2645183"/>
                  <a:pt x="394843" y="2641119"/>
                </a:cubicBezTo>
                <a:lnTo>
                  <a:pt x="394843" y="2640230"/>
                </a:lnTo>
                <a:lnTo>
                  <a:pt x="394462" y="2640230"/>
                </a:lnTo>
                <a:cubicBezTo>
                  <a:pt x="390398" y="2565554"/>
                  <a:pt x="351536" y="2526692"/>
                  <a:pt x="318516" y="250700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chemeClr val="accent1"/>
              </a:solidFill>
            </a:endParaRPr>
          </a:p>
        </p:txBody>
      </p:sp>
      <p:sp>
        <p:nvSpPr>
          <p:cNvPr id="166" name="Google Shape;166;p21"/>
          <p:cNvSpPr/>
          <p:nvPr/>
        </p:nvSpPr>
        <p:spPr>
          <a:xfrm>
            <a:off x="7222200" y="8066919"/>
            <a:ext cx="1889125" cy="766356"/>
          </a:xfrm>
          <a:custGeom>
            <a:rect b="b" l="l" r="r" t="t"/>
            <a:pathLst>
              <a:path extrusionOk="0" h="3035073" w="6350000">
                <a:moveTo>
                  <a:pt x="0" y="0"/>
                </a:moveTo>
                <a:lnTo>
                  <a:pt x="0" y="3035073"/>
                </a:lnTo>
                <a:lnTo>
                  <a:pt x="6350000" y="3035073"/>
                </a:lnTo>
                <a:lnTo>
                  <a:pt x="6350000" y="0"/>
                </a:lnTo>
                <a:lnTo>
                  <a:pt x="0" y="0"/>
                </a:lnTo>
                <a:close/>
                <a:moveTo>
                  <a:pt x="6286500" y="2971573"/>
                </a:moveTo>
                <a:lnTo>
                  <a:pt x="63500" y="2971573"/>
                </a:lnTo>
                <a:lnTo>
                  <a:pt x="63500" y="63500"/>
                </a:lnTo>
                <a:lnTo>
                  <a:pt x="6286500" y="63500"/>
                </a:lnTo>
                <a:lnTo>
                  <a:pt x="6286500" y="2971573"/>
                </a:lnTo>
                <a:close/>
                <a:moveTo>
                  <a:pt x="394081" y="2666392"/>
                </a:moveTo>
                <a:cubicBezTo>
                  <a:pt x="429387" y="2669821"/>
                  <a:pt x="529209" y="2690522"/>
                  <a:pt x="529209" y="2812823"/>
                </a:cubicBezTo>
                <a:lnTo>
                  <a:pt x="529209" y="2825523"/>
                </a:lnTo>
                <a:lnTo>
                  <a:pt x="5820791" y="2825523"/>
                </a:lnTo>
                <a:lnTo>
                  <a:pt x="5820791" y="2812823"/>
                </a:lnTo>
                <a:cubicBezTo>
                  <a:pt x="5820791" y="2690903"/>
                  <a:pt x="5920613" y="2670075"/>
                  <a:pt x="5955919" y="2666392"/>
                </a:cubicBezTo>
                <a:cubicBezTo>
                  <a:pt x="5962777" y="2755292"/>
                  <a:pt x="6037199" y="2825523"/>
                  <a:pt x="6127750" y="2825523"/>
                </a:cubicBezTo>
                <a:lnTo>
                  <a:pt x="6140450" y="2825523"/>
                </a:lnTo>
                <a:lnTo>
                  <a:pt x="6140450" y="2812823"/>
                </a:lnTo>
                <a:cubicBezTo>
                  <a:pt x="6140450" y="2722146"/>
                  <a:pt x="6070092" y="2647723"/>
                  <a:pt x="5981065" y="2640992"/>
                </a:cubicBezTo>
                <a:cubicBezTo>
                  <a:pt x="5983351" y="2600860"/>
                  <a:pt x="5997067" y="2568729"/>
                  <a:pt x="6021959" y="2545615"/>
                </a:cubicBezTo>
                <a:cubicBezTo>
                  <a:pt x="6065266" y="2505483"/>
                  <a:pt x="6125464" y="2505737"/>
                  <a:pt x="6125845" y="2505737"/>
                </a:cubicBezTo>
                <a:lnTo>
                  <a:pt x="6140323" y="2505864"/>
                </a:lnTo>
                <a:lnTo>
                  <a:pt x="6140323" y="2493291"/>
                </a:lnTo>
                <a:lnTo>
                  <a:pt x="6140323" y="541909"/>
                </a:lnTo>
                <a:lnTo>
                  <a:pt x="6140323" y="529463"/>
                </a:lnTo>
                <a:lnTo>
                  <a:pt x="6125845" y="529463"/>
                </a:lnTo>
                <a:cubicBezTo>
                  <a:pt x="6125210" y="529590"/>
                  <a:pt x="6065393" y="529717"/>
                  <a:pt x="6021959" y="489585"/>
                </a:cubicBezTo>
                <a:cubicBezTo>
                  <a:pt x="5996940" y="466344"/>
                  <a:pt x="5983224" y="434213"/>
                  <a:pt x="5980938" y="394208"/>
                </a:cubicBezTo>
                <a:cubicBezTo>
                  <a:pt x="6069965" y="387477"/>
                  <a:pt x="6140323" y="313055"/>
                  <a:pt x="6140323" y="222377"/>
                </a:cubicBezTo>
                <a:lnTo>
                  <a:pt x="6140323" y="209677"/>
                </a:lnTo>
                <a:lnTo>
                  <a:pt x="6127623" y="209677"/>
                </a:lnTo>
                <a:cubicBezTo>
                  <a:pt x="6037072" y="209677"/>
                  <a:pt x="5962650" y="279908"/>
                  <a:pt x="5955792" y="368808"/>
                </a:cubicBezTo>
                <a:cubicBezTo>
                  <a:pt x="5920486" y="365252"/>
                  <a:pt x="5820664" y="344297"/>
                  <a:pt x="5820664" y="222377"/>
                </a:cubicBezTo>
                <a:lnTo>
                  <a:pt x="5820664" y="209677"/>
                </a:lnTo>
                <a:lnTo>
                  <a:pt x="529209" y="209677"/>
                </a:lnTo>
                <a:lnTo>
                  <a:pt x="529209" y="222377"/>
                </a:lnTo>
                <a:cubicBezTo>
                  <a:pt x="529209" y="344297"/>
                  <a:pt x="429387" y="365252"/>
                  <a:pt x="394081" y="368808"/>
                </a:cubicBezTo>
                <a:cubicBezTo>
                  <a:pt x="387223" y="279908"/>
                  <a:pt x="312801" y="209677"/>
                  <a:pt x="222250" y="209677"/>
                </a:cubicBezTo>
                <a:lnTo>
                  <a:pt x="209550" y="209677"/>
                </a:lnTo>
                <a:lnTo>
                  <a:pt x="209550" y="222377"/>
                </a:lnTo>
                <a:cubicBezTo>
                  <a:pt x="209550" y="313055"/>
                  <a:pt x="279908" y="387477"/>
                  <a:pt x="368935" y="394208"/>
                </a:cubicBezTo>
                <a:cubicBezTo>
                  <a:pt x="366649" y="434340"/>
                  <a:pt x="352933" y="466471"/>
                  <a:pt x="327914" y="489585"/>
                </a:cubicBezTo>
                <a:cubicBezTo>
                  <a:pt x="284480" y="529844"/>
                  <a:pt x="224663" y="529463"/>
                  <a:pt x="224028" y="529463"/>
                </a:cubicBezTo>
                <a:lnTo>
                  <a:pt x="209550" y="529844"/>
                </a:lnTo>
                <a:lnTo>
                  <a:pt x="209550" y="541909"/>
                </a:lnTo>
                <a:lnTo>
                  <a:pt x="209550" y="2493165"/>
                </a:lnTo>
                <a:lnTo>
                  <a:pt x="209550" y="2506499"/>
                </a:lnTo>
                <a:lnTo>
                  <a:pt x="224028" y="2505737"/>
                </a:lnTo>
                <a:cubicBezTo>
                  <a:pt x="224790" y="2505737"/>
                  <a:pt x="284607" y="2505483"/>
                  <a:pt x="327914" y="2545615"/>
                </a:cubicBezTo>
                <a:cubicBezTo>
                  <a:pt x="352933" y="2568856"/>
                  <a:pt x="366649" y="2600861"/>
                  <a:pt x="368808" y="2640993"/>
                </a:cubicBezTo>
                <a:cubicBezTo>
                  <a:pt x="279781" y="2647724"/>
                  <a:pt x="209423" y="2722146"/>
                  <a:pt x="209423" y="2812823"/>
                </a:cubicBezTo>
                <a:lnTo>
                  <a:pt x="209423" y="2825523"/>
                </a:lnTo>
                <a:lnTo>
                  <a:pt x="222123" y="2825523"/>
                </a:lnTo>
                <a:cubicBezTo>
                  <a:pt x="312801" y="2825523"/>
                  <a:pt x="387223" y="2755292"/>
                  <a:pt x="394081" y="2666392"/>
                </a:cubicBezTo>
                <a:close/>
                <a:moveTo>
                  <a:pt x="318516" y="2507008"/>
                </a:moveTo>
                <a:cubicBezTo>
                  <a:pt x="285496" y="2487323"/>
                  <a:pt x="251206" y="2482115"/>
                  <a:pt x="234950" y="2480719"/>
                </a:cubicBezTo>
                <a:lnTo>
                  <a:pt x="234950" y="554355"/>
                </a:lnTo>
                <a:cubicBezTo>
                  <a:pt x="251206" y="552958"/>
                  <a:pt x="285496" y="547751"/>
                  <a:pt x="318516" y="528066"/>
                </a:cubicBezTo>
                <a:cubicBezTo>
                  <a:pt x="351536" y="508381"/>
                  <a:pt x="390398" y="469519"/>
                  <a:pt x="394462" y="394843"/>
                </a:cubicBezTo>
                <a:lnTo>
                  <a:pt x="394843" y="394843"/>
                </a:lnTo>
                <a:lnTo>
                  <a:pt x="394843" y="393954"/>
                </a:lnTo>
                <a:cubicBezTo>
                  <a:pt x="433451" y="389890"/>
                  <a:pt x="547497" y="366776"/>
                  <a:pt x="554355" y="234950"/>
                </a:cubicBezTo>
                <a:lnTo>
                  <a:pt x="5795772" y="234950"/>
                </a:lnTo>
                <a:cubicBezTo>
                  <a:pt x="5802630" y="366649"/>
                  <a:pt x="5916676" y="389890"/>
                  <a:pt x="5955284" y="393954"/>
                </a:cubicBezTo>
                <a:lnTo>
                  <a:pt x="5955284" y="394843"/>
                </a:lnTo>
                <a:lnTo>
                  <a:pt x="5955665" y="394843"/>
                </a:lnTo>
                <a:cubicBezTo>
                  <a:pt x="5959602" y="469519"/>
                  <a:pt x="5998591" y="508508"/>
                  <a:pt x="6031611" y="528066"/>
                </a:cubicBezTo>
                <a:cubicBezTo>
                  <a:pt x="6064631" y="547751"/>
                  <a:pt x="6098921" y="552958"/>
                  <a:pt x="6115177" y="554355"/>
                </a:cubicBezTo>
                <a:lnTo>
                  <a:pt x="6115177" y="2480718"/>
                </a:lnTo>
                <a:cubicBezTo>
                  <a:pt x="6098921" y="2482115"/>
                  <a:pt x="6064631" y="2487323"/>
                  <a:pt x="6031611" y="2507007"/>
                </a:cubicBezTo>
                <a:cubicBezTo>
                  <a:pt x="5998591" y="2526692"/>
                  <a:pt x="5959729" y="2565554"/>
                  <a:pt x="5955665" y="2640230"/>
                </a:cubicBezTo>
                <a:lnTo>
                  <a:pt x="5955284" y="2640230"/>
                </a:lnTo>
                <a:lnTo>
                  <a:pt x="5955284" y="2641119"/>
                </a:lnTo>
                <a:cubicBezTo>
                  <a:pt x="5916676" y="2645183"/>
                  <a:pt x="5802630" y="2668297"/>
                  <a:pt x="5795772" y="2800123"/>
                </a:cubicBezTo>
                <a:lnTo>
                  <a:pt x="554355" y="2800123"/>
                </a:lnTo>
                <a:cubicBezTo>
                  <a:pt x="547497" y="2668424"/>
                  <a:pt x="433451" y="2645183"/>
                  <a:pt x="394843" y="2641119"/>
                </a:cubicBezTo>
                <a:lnTo>
                  <a:pt x="394843" y="2640230"/>
                </a:lnTo>
                <a:lnTo>
                  <a:pt x="394462" y="2640230"/>
                </a:lnTo>
                <a:cubicBezTo>
                  <a:pt x="390398" y="2565554"/>
                  <a:pt x="351536" y="2526692"/>
                  <a:pt x="318516" y="2507008"/>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solidFill>
                <a:schemeClr val="accent1"/>
              </a:solidFill>
            </a:endParaRPr>
          </a:p>
        </p:txBody>
      </p:sp>
      <p:cxnSp>
        <p:nvCxnSpPr>
          <p:cNvPr id="167" name="Google Shape;167;p21"/>
          <p:cNvCxnSpPr/>
          <p:nvPr/>
        </p:nvCxnSpPr>
        <p:spPr>
          <a:xfrm rot="10800000">
            <a:off x="7597103" y="4238667"/>
            <a:ext cx="0" cy="398700"/>
          </a:xfrm>
          <a:prstGeom prst="straightConnector1">
            <a:avLst/>
          </a:prstGeom>
          <a:noFill/>
          <a:ln cap="flat" cmpd="sng" w="28575">
            <a:solidFill>
              <a:schemeClr val="accent1"/>
            </a:solidFill>
            <a:prstDash val="solid"/>
            <a:round/>
            <a:headEnd len="sm" w="sm" type="none"/>
            <a:tailEnd len="sm" w="sm" type="none"/>
          </a:ln>
        </p:spPr>
      </p:cxnSp>
      <p:cxnSp>
        <p:nvCxnSpPr>
          <p:cNvPr id="168" name="Google Shape;168;p21"/>
          <p:cNvCxnSpPr/>
          <p:nvPr/>
        </p:nvCxnSpPr>
        <p:spPr>
          <a:xfrm rot="10800000">
            <a:off x="7597103" y="5386284"/>
            <a:ext cx="0" cy="399600"/>
          </a:xfrm>
          <a:prstGeom prst="straightConnector1">
            <a:avLst/>
          </a:prstGeom>
          <a:noFill/>
          <a:ln cap="flat" cmpd="sng" w="28575">
            <a:solidFill>
              <a:schemeClr val="accent1"/>
            </a:solidFill>
            <a:prstDash val="solid"/>
            <a:round/>
            <a:headEnd len="sm" w="sm" type="none"/>
            <a:tailEnd len="sm" w="sm" type="none"/>
          </a:ln>
        </p:spPr>
      </p:cxnSp>
      <p:cxnSp>
        <p:nvCxnSpPr>
          <p:cNvPr id="169" name="Google Shape;169;p21"/>
          <p:cNvCxnSpPr/>
          <p:nvPr/>
        </p:nvCxnSpPr>
        <p:spPr>
          <a:xfrm rot="10800000">
            <a:off x="7597103" y="6534801"/>
            <a:ext cx="0" cy="399600"/>
          </a:xfrm>
          <a:prstGeom prst="straightConnector1">
            <a:avLst/>
          </a:prstGeom>
          <a:noFill/>
          <a:ln cap="flat" cmpd="sng" w="28575">
            <a:solidFill>
              <a:schemeClr val="accent1"/>
            </a:solidFill>
            <a:prstDash val="solid"/>
            <a:round/>
            <a:headEnd len="sm" w="sm" type="none"/>
            <a:tailEnd len="sm" w="sm" type="none"/>
          </a:ln>
        </p:spPr>
      </p:cxnSp>
      <p:cxnSp>
        <p:nvCxnSpPr>
          <p:cNvPr id="170" name="Google Shape;170;p21"/>
          <p:cNvCxnSpPr/>
          <p:nvPr/>
        </p:nvCxnSpPr>
        <p:spPr>
          <a:xfrm rot="10800000">
            <a:off x="7597103" y="7683318"/>
            <a:ext cx="0" cy="399600"/>
          </a:xfrm>
          <a:prstGeom prst="straightConnector1">
            <a:avLst/>
          </a:prstGeom>
          <a:noFill/>
          <a:ln cap="flat" cmpd="sng" w="28575">
            <a:solidFill>
              <a:schemeClr val="accent1"/>
            </a:solidFill>
            <a:prstDash val="solid"/>
            <a:round/>
            <a:headEnd len="sm" w="sm" type="none"/>
            <a:tailEnd len="sm" w="sm" type="none"/>
          </a:ln>
        </p:spPr>
      </p:cxnSp>
      <p:sp>
        <p:nvSpPr>
          <p:cNvPr id="171" name="Google Shape;171;p21"/>
          <p:cNvSpPr txBox="1"/>
          <p:nvPr/>
        </p:nvSpPr>
        <p:spPr>
          <a:xfrm>
            <a:off x="7548645" y="3640846"/>
            <a:ext cx="12366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99">
                <a:solidFill>
                  <a:schemeClr val="accent1"/>
                </a:solidFill>
                <a:latin typeface="Public Sans"/>
                <a:ea typeface="Public Sans"/>
                <a:cs typeface="Public Sans"/>
                <a:sym typeface="Public Sans"/>
              </a:rPr>
              <a:t>1</a:t>
            </a:r>
            <a:endParaRPr>
              <a:solidFill>
                <a:schemeClr val="accent1"/>
              </a:solidFill>
            </a:endParaRPr>
          </a:p>
        </p:txBody>
      </p:sp>
      <p:sp>
        <p:nvSpPr>
          <p:cNvPr id="172" name="Google Shape;172;p21"/>
          <p:cNvSpPr txBox="1"/>
          <p:nvPr/>
        </p:nvSpPr>
        <p:spPr>
          <a:xfrm>
            <a:off x="9547040" y="3715101"/>
            <a:ext cx="38802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400">
                <a:solidFill>
                  <a:schemeClr val="accent1"/>
                </a:solidFill>
                <a:latin typeface="Public Sans"/>
                <a:ea typeface="Public Sans"/>
                <a:cs typeface="Public Sans"/>
                <a:sym typeface="Public Sans"/>
              </a:rPr>
              <a:t>Negotiate EU Laws</a:t>
            </a:r>
            <a:endParaRPr>
              <a:solidFill>
                <a:schemeClr val="accent1"/>
              </a:solidFill>
            </a:endParaRPr>
          </a:p>
        </p:txBody>
      </p:sp>
      <p:sp>
        <p:nvSpPr>
          <p:cNvPr id="173" name="Google Shape;173;p21"/>
          <p:cNvSpPr txBox="1"/>
          <p:nvPr/>
        </p:nvSpPr>
        <p:spPr>
          <a:xfrm>
            <a:off x="9547042" y="7013377"/>
            <a:ext cx="34005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400">
                <a:solidFill>
                  <a:schemeClr val="accent1"/>
                </a:solidFill>
                <a:latin typeface="Public Sans"/>
                <a:ea typeface="Public Sans"/>
                <a:cs typeface="Public Sans"/>
                <a:sym typeface="Public Sans"/>
              </a:rPr>
              <a:t>Conclude Trade Agreements</a:t>
            </a:r>
            <a:endParaRPr>
              <a:solidFill>
                <a:schemeClr val="accent1"/>
              </a:solidFill>
            </a:endParaRPr>
          </a:p>
        </p:txBody>
      </p:sp>
      <p:sp>
        <p:nvSpPr>
          <p:cNvPr id="174" name="Google Shape;174;p21"/>
          <p:cNvSpPr txBox="1"/>
          <p:nvPr/>
        </p:nvSpPr>
        <p:spPr>
          <a:xfrm>
            <a:off x="9547042" y="8302090"/>
            <a:ext cx="34005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400">
                <a:solidFill>
                  <a:schemeClr val="accent1"/>
                </a:solidFill>
                <a:latin typeface="Public Sans"/>
                <a:ea typeface="Public Sans"/>
                <a:cs typeface="Public Sans"/>
                <a:sym typeface="Public Sans"/>
              </a:rPr>
              <a:t>Adopt EU Budget</a:t>
            </a:r>
            <a:endParaRPr>
              <a:solidFill>
                <a:schemeClr val="accent1"/>
              </a:solidFill>
            </a:endParaRPr>
          </a:p>
        </p:txBody>
      </p:sp>
      <p:sp>
        <p:nvSpPr>
          <p:cNvPr id="175" name="Google Shape;175;p21"/>
          <p:cNvSpPr txBox="1"/>
          <p:nvPr/>
        </p:nvSpPr>
        <p:spPr>
          <a:xfrm>
            <a:off x="7548645" y="7085229"/>
            <a:ext cx="12366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99">
                <a:solidFill>
                  <a:schemeClr val="accent1"/>
                </a:solidFill>
                <a:latin typeface="Public Sans"/>
                <a:ea typeface="Public Sans"/>
                <a:cs typeface="Public Sans"/>
                <a:sym typeface="Public Sans"/>
              </a:rPr>
              <a:t>4</a:t>
            </a:r>
            <a:endParaRPr>
              <a:solidFill>
                <a:schemeClr val="accent1"/>
              </a:solidFill>
            </a:endParaRPr>
          </a:p>
        </p:txBody>
      </p:sp>
      <p:sp>
        <p:nvSpPr>
          <p:cNvPr id="176" name="Google Shape;176;p21"/>
          <p:cNvSpPr txBox="1"/>
          <p:nvPr/>
        </p:nvSpPr>
        <p:spPr>
          <a:xfrm>
            <a:off x="7548645" y="8233745"/>
            <a:ext cx="12366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99">
                <a:solidFill>
                  <a:schemeClr val="accent1"/>
                </a:solidFill>
                <a:latin typeface="Public Sans"/>
                <a:ea typeface="Public Sans"/>
                <a:cs typeface="Public Sans"/>
                <a:sym typeface="Public Sans"/>
              </a:rPr>
              <a:t>5</a:t>
            </a:r>
            <a:endParaRPr>
              <a:solidFill>
                <a:schemeClr val="accent1"/>
              </a:solidFill>
            </a:endParaRPr>
          </a:p>
        </p:txBody>
      </p:sp>
      <p:sp>
        <p:nvSpPr>
          <p:cNvPr id="177" name="Google Shape;177;p21"/>
          <p:cNvSpPr txBox="1"/>
          <p:nvPr/>
        </p:nvSpPr>
        <p:spPr>
          <a:xfrm>
            <a:off x="7548645" y="4788197"/>
            <a:ext cx="12366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99">
                <a:solidFill>
                  <a:schemeClr val="accent1"/>
                </a:solidFill>
                <a:latin typeface="Public Sans"/>
                <a:ea typeface="Public Sans"/>
                <a:cs typeface="Public Sans"/>
                <a:sym typeface="Public Sans"/>
              </a:rPr>
              <a:t>2</a:t>
            </a:r>
            <a:endParaRPr>
              <a:solidFill>
                <a:schemeClr val="accent1"/>
              </a:solidFill>
            </a:endParaRPr>
          </a:p>
        </p:txBody>
      </p:sp>
      <p:sp>
        <p:nvSpPr>
          <p:cNvPr id="178" name="Google Shape;178;p21"/>
          <p:cNvSpPr txBox="1"/>
          <p:nvPr/>
        </p:nvSpPr>
        <p:spPr>
          <a:xfrm>
            <a:off x="7548645" y="5936713"/>
            <a:ext cx="1236600" cy="4308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1" lang="en-US" sz="2799">
                <a:solidFill>
                  <a:schemeClr val="accent1"/>
                </a:solidFill>
                <a:latin typeface="Public Sans"/>
                <a:ea typeface="Public Sans"/>
                <a:cs typeface="Public Sans"/>
                <a:sym typeface="Public Sans"/>
              </a:rPr>
              <a:t>3</a:t>
            </a:r>
            <a:endParaRPr>
              <a:solidFill>
                <a:schemeClr val="accent1"/>
              </a:solidFill>
            </a:endParaRPr>
          </a:p>
        </p:txBody>
      </p:sp>
      <p:sp>
        <p:nvSpPr>
          <p:cNvPr id="179" name="Google Shape;179;p21"/>
          <p:cNvSpPr txBox="1"/>
          <p:nvPr/>
        </p:nvSpPr>
        <p:spPr>
          <a:xfrm>
            <a:off x="9547040" y="4860358"/>
            <a:ext cx="3880200" cy="36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400">
                <a:solidFill>
                  <a:schemeClr val="accent1"/>
                </a:solidFill>
                <a:latin typeface="Public Sans"/>
                <a:ea typeface="Public Sans"/>
                <a:cs typeface="Public Sans"/>
                <a:sym typeface="Public Sans"/>
              </a:rPr>
              <a:t>Coordinate Policies</a:t>
            </a:r>
            <a:endParaRPr>
              <a:solidFill>
                <a:schemeClr val="accent1"/>
              </a:solidFill>
            </a:endParaRPr>
          </a:p>
        </p:txBody>
      </p:sp>
      <p:sp>
        <p:nvSpPr>
          <p:cNvPr id="180" name="Google Shape;180;p21"/>
          <p:cNvSpPr txBox="1"/>
          <p:nvPr/>
        </p:nvSpPr>
        <p:spPr>
          <a:xfrm>
            <a:off x="9547050" y="6008575"/>
            <a:ext cx="4957800" cy="738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2400">
                <a:solidFill>
                  <a:schemeClr val="accent1"/>
                </a:solidFill>
                <a:latin typeface="Public Sans"/>
                <a:ea typeface="Public Sans"/>
                <a:cs typeface="Public Sans"/>
                <a:sym typeface="Public Sans"/>
              </a:rPr>
              <a:t>Implement EU Common and Foreign Security Policies</a:t>
            </a:r>
            <a:endParaRPr>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solidFill>
            <a:schemeClr val="lt2"/>
          </a:solidFill>
          <a:ln>
            <a:noFill/>
          </a:ln>
        </p:spPr>
      </p:sp>
      <p:sp>
        <p:nvSpPr>
          <p:cNvPr id="186" name="Google Shape;186;p22"/>
          <p:cNvSpPr txBox="1"/>
          <p:nvPr/>
        </p:nvSpPr>
        <p:spPr>
          <a:xfrm>
            <a:off x="1028700" y="1200150"/>
            <a:ext cx="16047000" cy="1280700"/>
          </a:xfrm>
          <a:prstGeom prst="rect">
            <a:avLst/>
          </a:prstGeom>
          <a:noFill/>
          <a:ln>
            <a:noFill/>
          </a:ln>
        </p:spPr>
        <p:txBody>
          <a:bodyPr anchorCtr="0" anchor="t" bIns="0" lIns="0" spcFirstLastPara="1" rIns="0" wrap="square" tIns="0">
            <a:spAutoFit/>
          </a:bodyPr>
          <a:lstStyle/>
          <a:p>
            <a:pPr indent="0" lvl="0" marL="0" marR="0" rtl="0" algn="l">
              <a:lnSpc>
                <a:spcPct val="80000"/>
              </a:lnSpc>
              <a:spcBef>
                <a:spcPts val="0"/>
              </a:spcBef>
              <a:spcAft>
                <a:spcPts val="0"/>
              </a:spcAft>
              <a:buNone/>
            </a:pPr>
            <a:r>
              <a:rPr b="1" lang="en-US" sz="10400">
                <a:solidFill>
                  <a:schemeClr val="accent1"/>
                </a:solidFill>
                <a:latin typeface="Bebas Neue"/>
                <a:ea typeface="Bebas Neue"/>
                <a:cs typeface="Bebas Neue"/>
                <a:sym typeface="Bebas Neue"/>
              </a:rPr>
              <a:t>key takeaways</a:t>
            </a:r>
            <a:endParaRPr>
              <a:solidFill>
                <a:schemeClr val="accent1"/>
              </a:solidFill>
            </a:endParaRPr>
          </a:p>
        </p:txBody>
      </p:sp>
      <p:sp>
        <p:nvSpPr>
          <p:cNvPr id="187" name="Google Shape;187;p22"/>
          <p:cNvSpPr/>
          <p:nvPr/>
        </p:nvSpPr>
        <p:spPr>
          <a:xfrm>
            <a:off x="2275651" y="3428999"/>
            <a:ext cx="4169319" cy="4874748"/>
          </a:xfrm>
          <a:custGeom>
            <a:rect b="b" l="l" r="r" t="t"/>
            <a:pathLst>
              <a:path extrusionOk="0" h="6677737" w="5711396">
                <a:moveTo>
                  <a:pt x="5679646" y="788162"/>
                </a:moveTo>
                <a:cubicBezTo>
                  <a:pt x="5506291" y="787781"/>
                  <a:pt x="5365574" y="646557"/>
                  <a:pt x="5365955" y="473202"/>
                </a:cubicBezTo>
                <a:lnTo>
                  <a:pt x="5366210" y="347091"/>
                </a:lnTo>
                <a:lnTo>
                  <a:pt x="5240099" y="346837"/>
                </a:lnTo>
                <a:cubicBezTo>
                  <a:pt x="5066743" y="346456"/>
                  <a:pt x="4926155" y="205232"/>
                  <a:pt x="4926409" y="31877"/>
                </a:cubicBezTo>
                <a:lnTo>
                  <a:pt x="4926409" y="0"/>
                </a:lnTo>
                <a:lnTo>
                  <a:pt x="784733" y="0"/>
                </a:lnTo>
                <a:lnTo>
                  <a:pt x="784860" y="31877"/>
                </a:lnTo>
                <a:cubicBezTo>
                  <a:pt x="784987" y="115824"/>
                  <a:pt x="752475" y="194818"/>
                  <a:pt x="693293" y="254381"/>
                </a:cubicBezTo>
                <a:cubicBezTo>
                  <a:pt x="634111" y="313817"/>
                  <a:pt x="555244" y="346710"/>
                  <a:pt x="471170" y="346964"/>
                </a:cubicBezTo>
                <a:lnTo>
                  <a:pt x="345059" y="347218"/>
                </a:lnTo>
                <a:lnTo>
                  <a:pt x="345313" y="473329"/>
                </a:lnTo>
                <a:cubicBezTo>
                  <a:pt x="345694" y="646684"/>
                  <a:pt x="204978" y="787908"/>
                  <a:pt x="31623" y="788289"/>
                </a:cubicBezTo>
                <a:lnTo>
                  <a:pt x="0" y="788162"/>
                </a:lnTo>
                <a:lnTo>
                  <a:pt x="0" y="6257493"/>
                </a:lnTo>
                <a:lnTo>
                  <a:pt x="31750" y="6257493"/>
                </a:lnTo>
                <a:cubicBezTo>
                  <a:pt x="245364" y="6257493"/>
                  <a:pt x="419227" y="6431356"/>
                  <a:pt x="419227" y="6645987"/>
                </a:cubicBezTo>
                <a:lnTo>
                  <a:pt x="419227" y="6677737"/>
                </a:lnTo>
                <a:lnTo>
                  <a:pt x="5259911" y="6677737"/>
                </a:lnTo>
                <a:lnTo>
                  <a:pt x="5291661" y="6677737"/>
                </a:lnTo>
                <a:lnTo>
                  <a:pt x="5291661" y="6644970"/>
                </a:lnTo>
                <a:cubicBezTo>
                  <a:pt x="5291661" y="6431356"/>
                  <a:pt x="5465524" y="6257493"/>
                  <a:pt x="5679646" y="6257493"/>
                </a:cubicBezTo>
                <a:lnTo>
                  <a:pt x="5711396" y="6257493"/>
                </a:lnTo>
                <a:lnTo>
                  <a:pt x="5711396" y="788162"/>
                </a:lnTo>
                <a:lnTo>
                  <a:pt x="5679646" y="788162"/>
                </a:lnTo>
                <a:close/>
                <a:moveTo>
                  <a:pt x="5647896" y="6195136"/>
                </a:moveTo>
                <a:cubicBezTo>
                  <a:pt x="5424249" y="6210503"/>
                  <a:pt x="5244924" y="6389827"/>
                  <a:pt x="5229304" y="6614364"/>
                </a:cubicBezTo>
                <a:lnTo>
                  <a:pt x="481711" y="6614364"/>
                </a:lnTo>
                <a:cubicBezTo>
                  <a:pt x="466598" y="6390335"/>
                  <a:pt x="287274" y="6210757"/>
                  <a:pt x="63500" y="6195136"/>
                </a:cubicBezTo>
                <a:lnTo>
                  <a:pt x="63500" y="850265"/>
                </a:lnTo>
                <a:cubicBezTo>
                  <a:pt x="257048" y="833755"/>
                  <a:pt x="409194" y="670687"/>
                  <a:pt x="408813" y="473075"/>
                </a:cubicBezTo>
                <a:lnTo>
                  <a:pt x="408686" y="410464"/>
                </a:lnTo>
                <a:lnTo>
                  <a:pt x="471297" y="410337"/>
                </a:lnTo>
                <a:cubicBezTo>
                  <a:pt x="668909" y="409829"/>
                  <a:pt x="831215" y="257048"/>
                  <a:pt x="847090" y="63500"/>
                </a:cubicBezTo>
                <a:lnTo>
                  <a:pt x="4864306" y="63500"/>
                </a:lnTo>
                <a:cubicBezTo>
                  <a:pt x="4880181" y="257048"/>
                  <a:pt x="5042487" y="409829"/>
                  <a:pt x="5240099" y="410337"/>
                </a:cubicBezTo>
                <a:lnTo>
                  <a:pt x="5302710" y="410464"/>
                </a:lnTo>
                <a:lnTo>
                  <a:pt x="5302583" y="473075"/>
                </a:lnTo>
                <a:cubicBezTo>
                  <a:pt x="5302202" y="670687"/>
                  <a:pt x="5454348" y="833755"/>
                  <a:pt x="5647896" y="850265"/>
                </a:cubicBezTo>
                <a:lnTo>
                  <a:pt x="5647896" y="6195136"/>
                </a:lnTo>
                <a:close/>
                <a:moveTo>
                  <a:pt x="5163517" y="559562"/>
                </a:moveTo>
                <a:lnTo>
                  <a:pt x="5161993" y="550545"/>
                </a:lnTo>
                <a:lnTo>
                  <a:pt x="5152977" y="549021"/>
                </a:lnTo>
                <a:cubicBezTo>
                  <a:pt x="5045280" y="530987"/>
                  <a:pt x="4947364" y="480187"/>
                  <a:pt x="4869640" y="402082"/>
                </a:cubicBezTo>
                <a:cubicBezTo>
                  <a:pt x="4816680" y="348996"/>
                  <a:pt x="4776675" y="286893"/>
                  <a:pt x="4750514" y="217678"/>
                </a:cubicBezTo>
                <a:lnTo>
                  <a:pt x="4747466" y="209423"/>
                </a:lnTo>
                <a:lnTo>
                  <a:pt x="963930" y="209423"/>
                </a:lnTo>
                <a:lnTo>
                  <a:pt x="960882" y="217678"/>
                </a:lnTo>
                <a:cubicBezTo>
                  <a:pt x="934720" y="286893"/>
                  <a:pt x="894715" y="348869"/>
                  <a:pt x="841756" y="402082"/>
                </a:cubicBezTo>
                <a:cubicBezTo>
                  <a:pt x="764032" y="480187"/>
                  <a:pt x="665988" y="530987"/>
                  <a:pt x="558419" y="549021"/>
                </a:cubicBezTo>
                <a:lnTo>
                  <a:pt x="549529" y="550545"/>
                </a:lnTo>
                <a:lnTo>
                  <a:pt x="548005" y="559562"/>
                </a:lnTo>
                <a:cubicBezTo>
                  <a:pt x="517779" y="742188"/>
                  <a:pt x="391287" y="897001"/>
                  <a:pt x="217805" y="963295"/>
                </a:cubicBezTo>
                <a:lnTo>
                  <a:pt x="209550" y="966470"/>
                </a:lnTo>
                <a:lnTo>
                  <a:pt x="209550" y="6074994"/>
                </a:lnTo>
                <a:lnTo>
                  <a:pt x="218313" y="6077915"/>
                </a:lnTo>
                <a:cubicBezTo>
                  <a:pt x="398018" y="6137224"/>
                  <a:pt x="540385" y="6279845"/>
                  <a:pt x="599313" y="6459550"/>
                </a:cubicBezTo>
                <a:lnTo>
                  <a:pt x="602234" y="6468313"/>
                </a:lnTo>
                <a:lnTo>
                  <a:pt x="5109035" y="6468313"/>
                </a:lnTo>
                <a:lnTo>
                  <a:pt x="5111955" y="6459550"/>
                </a:lnTo>
                <a:cubicBezTo>
                  <a:pt x="5171010" y="6279591"/>
                  <a:pt x="5313504" y="6136843"/>
                  <a:pt x="5493210" y="6077661"/>
                </a:cubicBezTo>
                <a:lnTo>
                  <a:pt x="5501973" y="6074740"/>
                </a:lnTo>
                <a:lnTo>
                  <a:pt x="5501973" y="966470"/>
                </a:lnTo>
                <a:lnTo>
                  <a:pt x="5493845" y="963295"/>
                </a:lnTo>
                <a:cubicBezTo>
                  <a:pt x="5320236" y="896874"/>
                  <a:pt x="5193743" y="742188"/>
                  <a:pt x="5163517" y="559562"/>
                </a:cubicBezTo>
                <a:close/>
                <a:moveTo>
                  <a:pt x="5476446" y="6056452"/>
                </a:moveTo>
                <a:cubicBezTo>
                  <a:pt x="5296105" y="6118809"/>
                  <a:pt x="5152849" y="6262192"/>
                  <a:pt x="5090620" y="6442786"/>
                </a:cubicBezTo>
                <a:lnTo>
                  <a:pt x="620395" y="6442786"/>
                </a:lnTo>
                <a:cubicBezTo>
                  <a:pt x="558292" y="6262446"/>
                  <a:pt x="415163" y="6119063"/>
                  <a:pt x="234950" y="6056579"/>
                </a:cubicBezTo>
                <a:lnTo>
                  <a:pt x="234950" y="983869"/>
                </a:lnTo>
                <a:cubicBezTo>
                  <a:pt x="409829" y="913765"/>
                  <a:pt x="537718" y="757428"/>
                  <a:pt x="571373" y="572643"/>
                </a:cubicBezTo>
                <a:cubicBezTo>
                  <a:pt x="680847" y="552450"/>
                  <a:pt x="780288" y="499872"/>
                  <a:pt x="859663" y="420116"/>
                </a:cubicBezTo>
                <a:cubicBezTo>
                  <a:pt x="913003" y="366522"/>
                  <a:pt x="953897" y="304292"/>
                  <a:pt x="981329" y="235077"/>
                </a:cubicBezTo>
                <a:lnTo>
                  <a:pt x="4729940" y="235077"/>
                </a:lnTo>
                <a:cubicBezTo>
                  <a:pt x="4757372" y="304419"/>
                  <a:pt x="4798266" y="366649"/>
                  <a:pt x="4851606" y="420116"/>
                </a:cubicBezTo>
                <a:cubicBezTo>
                  <a:pt x="4930981" y="499745"/>
                  <a:pt x="5030422" y="552450"/>
                  <a:pt x="5139896" y="572643"/>
                </a:cubicBezTo>
                <a:cubicBezTo>
                  <a:pt x="5173678" y="757428"/>
                  <a:pt x="5301440" y="913765"/>
                  <a:pt x="5476319" y="983869"/>
                </a:cubicBezTo>
                <a:lnTo>
                  <a:pt x="5476319" y="6056452"/>
                </a:lnTo>
                <a:close/>
              </a:path>
            </a:pathLst>
          </a:custGeom>
          <a:solidFill>
            <a:schemeClr val="accent1"/>
          </a:solidFill>
          <a:ln>
            <a:noFill/>
          </a:ln>
        </p:spPr>
        <p:txBody>
          <a:bodyPr anchorCtr="0" anchor="ctr" bIns="104675" lIns="104675" spcFirstLastPara="1" rIns="104675" wrap="square" tIns="104675">
            <a:noAutofit/>
          </a:bodyPr>
          <a:lstStyle/>
          <a:p>
            <a:pPr indent="0" lvl="0" marL="0" rtl="0" algn="l">
              <a:spcBef>
                <a:spcPts val="0"/>
              </a:spcBef>
              <a:spcAft>
                <a:spcPts val="0"/>
              </a:spcAft>
              <a:buNone/>
            </a:pPr>
            <a:r>
              <a:t/>
            </a:r>
            <a:endParaRPr sz="1603"/>
          </a:p>
        </p:txBody>
      </p:sp>
      <p:sp>
        <p:nvSpPr>
          <p:cNvPr id="188" name="Google Shape;188;p22"/>
          <p:cNvSpPr/>
          <p:nvPr/>
        </p:nvSpPr>
        <p:spPr>
          <a:xfrm>
            <a:off x="7059263" y="3428999"/>
            <a:ext cx="4169319" cy="4874748"/>
          </a:xfrm>
          <a:custGeom>
            <a:rect b="b" l="l" r="r" t="t"/>
            <a:pathLst>
              <a:path extrusionOk="0" h="6677737" w="5711396">
                <a:moveTo>
                  <a:pt x="5679646" y="788162"/>
                </a:moveTo>
                <a:cubicBezTo>
                  <a:pt x="5506291" y="787781"/>
                  <a:pt x="5365574" y="646557"/>
                  <a:pt x="5365955" y="473202"/>
                </a:cubicBezTo>
                <a:lnTo>
                  <a:pt x="5366210" y="347091"/>
                </a:lnTo>
                <a:lnTo>
                  <a:pt x="5240099" y="346837"/>
                </a:lnTo>
                <a:cubicBezTo>
                  <a:pt x="5066743" y="346456"/>
                  <a:pt x="4926155" y="205232"/>
                  <a:pt x="4926409" y="31877"/>
                </a:cubicBezTo>
                <a:lnTo>
                  <a:pt x="4926409" y="0"/>
                </a:lnTo>
                <a:lnTo>
                  <a:pt x="784733" y="0"/>
                </a:lnTo>
                <a:lnTo>
                  <a:pt x="784860" y="31877"/>
                </a:lnTo>
                <a:cubicBezTo>
                  <a:pt x="784987" y="115824"/>
                  <a:pt x="752475" y="194818"/>
                  <a:pt x="693293" y="254381"/>
                </a:cubicBezTo>
                <a:cubicBezTo>
                  <a:pt x="634111" y="313817"/>
                  <a:pt x="555244" y="346710"/>
                  <a:pt x="471170" y="346964"/>
                </a:cubicBezTo>
                <a:lnTo>
                  <a:pt x="345059" y="347218"/>
                </a:lnTo>
                <a:lnTo>
                  <a:pt x="345313" y="473329"/>
                </a:lnTo>
                <a:cubicBezTo>
                  <a:pt x="345694" y="646684"/>
                  <a:pt x="204978" y="787908"/>
                  <a:pt x="31623" y="788289"/>
                </a:cubicBezTo>
                <a:lnTo>
                  <a:pt x="0" y="788162"/>
                </a:lnTo>
                <a:lnTo>
                  <a:pt x="0" y="6257493"/>
                </a:lnTo>
                <a:lnTo>
                  <a:pt x="31750" y="6257493"/>
                </a:lnTo>
                <a:cubicBezTo>
                  <a:pt x="245364" y="6257493"/>
                  <a:pt x="419227" y="6431356"/>
                  <a:pt x="419227" y="6645987"/>
                </a:cubicBezTo>
                <a:lnTo>
                  <a:pt x="419227" y="6677737"/>
                </a:lnTo>
                <a:lnTo>
                  <a:pt x="5259911" y="6677737"/>
                </a:lnTo>
                <a:lnTo>
                  <a:pt x="5291661" y="6677737"/>
                </a:lnTo>
                <a:lnTo>
                  <a:pt x="5291661" y="6644970"/>
                </a:lnTo>
                <a:cubicBezTo>
                  <a:pt x="5291661" y="6431356"/>
                  <a:pt x="5465524" y="6257493"/>
                  <a:pt x="5679646" y="6257493"/>
                </a:cubicBezTo>
                <a:lnTo>
                  <a:pt x="5711396" y="6257493"/>
                </a:lnTo>
                <a:lnTo>
                  <a:pt x="5711396" y="788162"/>
                </a:lnTo>
                <a:lnTo>
                  <a:pt x="5679646" y="788162"/>
                </a:lnTo>
                <a:close/>
                <a:moveTo>
                  <a:pt x="5647896" y="6195136"/>
                </a:moveTo>
                <a:cubicBezTo>
                  <a:pt x="5424249" y="6210503"/>
                  <a:pt x="5244924" y="6389827"/>
                  <a:pt x="5229304" y="6614364"/>
                </a:cubicBezTo>
                <a:lnTo>
                  <a:pt x="481711" y="6614364"/>
                </a:lnTo>
                <a:cubicBezTo>
                  <a:pt x="466598" y="6390335"/>
                  <a:pt x="287274" y="6210757"/>
                  <a:pt x="63500" y="6195136"/>
                </a:cubicBezTo>
                <a:lnTo>
                  <a:pt x="63500" y="850265"/>
                </a:lnTo>
                <a:cubicBezTo>
                  <a:pt x="257048" y="833755"/>
                  <a:pt x="409194" y="670687"/>
                  <a:pt x="408813" y="473075"/>
                </a:cubicBezTo>
                <a:lnTo>
                  <a:pt x="408686" y="410464"/>
                </a:lnTo>
                <a:lnTo>
                  <a:pt x="471297" y="410337"/>
                </a:lnTo>
                <a:cubicBezTo>
                  <a:pt x="668909" y="409829"/>
                  <a:pt x="831215" y="257048"/>
                  <a:pt x="847090" y="63500"/>
                </a:cubicBezTo>
                <a:lnTo>
                  <a:pt x="4864306" y="63500"/>
                </a:lnTo>
                <a:cubicBezTo>
                  <a:pt x="4880181" y="257048"/>
                  <a:pt x="5042487" y="409829"/>
                  <a:pt x="5240099" y="410337"/>
                </a:cubicBezTo>
                <a:lnTo>
                  <a:pt x="5302710" y="410464"/>
                </a:lnTo>
                <a:lnTo>
                  <a:pt x="5302583" y="473075"/>
                </a:lnTo>
                <a:cubicBezTo>
                  <a:pt x="5302202" y="670687"/>
                  <a:pt x="5454348" y="833755"/>
                  <a:pt x="5647896" y="850265"/>
                </a:cubicBezTo>
                <a:lnTo>
                  <a:pt x="5647896" y="6195136"/>
                </a:lnTo>
                <a:close/>
                <a:moveTo>
                  <a:pt x="5163517" y="559562"/>
                </a:moveTo>
                <a:lnTo>
                  <a:pt x="5161993" y="550545"/>
                </a:lnTo>
                <a:lnTo>
                  <a:pt x="5152977" y="549021"/>
                </a:lnTo>
                <a:cubicBezTo>
                  <a:pt x="5045280" y="530987"/>
                  <a:pt x="4947364" y="480187"/>
                  <a:pt x="4869640" y="402082"/>
                </a:cubicBezTo>
                <a:cubicBezTo>
                  <a:pt x="4816680" y="348996"/>
                  <a:pt x="4776675" y="286893"/>
                  <a:pt x="4750514" y="217678"/>
                </a:cubicBezTo>
                <a:lnTo>
                  <a:pt x="4747466" y="209423"/>
                </a:lnTo>
                <a:lnTo>
                  <a:pt x="963930" y="209423"/>
                </a:lnTo>
                <a:lnTo>
                  <a:pt x="960882" y="217678"/>
                </a:lnTo>
                <a:cubicBezTo>
                  <a:pt x="934720" y="286893"/>
                  <a:pt x="894715" y="348869"/>
                  <a:pt x="841756" y="402082"/>
                </a:cubicBezTo>
                <a:cubicBezTo>
                  <a:pt x="764032" y="480187"/>
                  <a:pt x="665988" y="530987"/>
                  <a:pt x="558419" y="549021"/>
                </a:cubicBezTo>
                <a:lnTo>
                  <a:pt x="549529" y="550545"/>
                </a:lnTo>
                <a:lnTo>
                  <a:pt x="548005" y="559562"/>
                </a:lnTo>
                <a:cubicBezTo>
                  <a:pt x="517779" y="742188"/>
                  <a:pt x="391287" y="897001"/>
                  <a:pt x="217805" y="963295"/>
                </a:cubicBezTo>
                <a:lnTo>
                  <a:pt x="209550" y="966470"/>
                </a:lnTo>
                <a:lnTo>
                  <a:pt x="209550" y="6074994"/>
                </a:lnTo>
                <a:lnTo>
                  <a:pt x="218313" y="6077915"/>
                </a:lnTo>
                <a:cubicBezTo>
                  <a:pt x="398018" y="6137224"/>
                  <a:pt x="540385" y="6279845"/>
                  <a:pt x="599313" y="6459550"/>
                </a:cubicBezTo>
                <a:lnTo>
                  <a:pt x="602234" y="6468313"/>
                </a:lnTo>
                <a:lnTo>
                  <a:pt x="5109035" y="6468313"/>
                </a:lnTo>
                <a:lnTo>
                  <a:pt x="5111955" y="6459550"/>
                </a:lnTo>
                <a:cubicBezTo>
                  <a:pt x="5171010" y="6279591"/>
                  <a:pt x="5313504" y="6136843"/>
                  <a:pt x="5493210" y="6077661"/>
                </a:cubicBezTo>
                <a:lnTo>
                  <a:pt x="5501973" y="6074740"/>
                </a:lnTo>
                <a:lnTo>
                  <a:pt x="5501973" y="966470"/>
                </a:lnTo>
                <a:lnTo>
                  <a:pt x="5493845" y="963295"/>
                </a:lnTo>
                <a:cubicBezTo>
                  <a:pt x="5320236" y="896874"/>
                  <a:pt x="5193743" y="742188"/>
                  <a:pt x="5163517" y="559562"/>
                </a:cubicBezTo>
                <a:close/>
                <a:moveTo>
                  <a:pt x="5476446" y="6056452"/>
                </a:moveTo>
                <a:cubicBezTo>
                  <a:pt x="5296105" y="6118809"/>
                  <a:pt x="5152849" y="6262192"/>
                  <a:pt x="5090620" y="6442786"/>
                </a:cubicBezTo>
                <a:lnTo>
                  <a:pt x="620395" y="6442786"/>
                </a:lnTo>
                <a:cubicBezTo>
                  <a:pt x="558292" y="6262446"/>
                  <a:pt x="415163" y="6119063"/>
                  <a:pt x="234950" y="6056579"/>
                </a:cubicBezTo>
                <a:lnTo>
                  <a:pt x="234950" y="983869"/>
                </a:lnTo>
                <a:cubicBezTo>
                  <a:pt x="409829" y="913765"/>
                  <a:pt x="537718" y="757428"/>
                  <a:pt x="571373" y="572643"/>
                </a:cubicBezTo>
                <a:cubicBezTo>
                  <a:pt x="680847" y="552450"/>
                  <a:pt x="780288" y="499872"/>
                  <a:pt x="859663" y="420116"/>
                </a:cubicBezTo>
                <a:cubicBezTo>
                  <a:pt x="913003" y="366522"/>
                  <a:pt x="953897" y="304292"/>
                  <a:pt x="981329" y="235077"/>
                </a:cubicBezTo>
                <a:lnTo>
                  <a:pt x="4729940" y="235077"/>
                </a:lnTo>
                <a:cubicBezTo>
                  <a:pt x="4757372" y="304419"/>
                  <a:pt x="4798266" y="366649"/>
                  <a:pt x="4851606" y="420116"/>
                </a:cubicBezTo>
                <a:cubicBezTo>
                  <a:pt x="4930981" y="499745"/>
                  <a:pt x="5030422" y="552450"/>
                  <a:pt x="5139896" y="572643"/>
                </a:cubicBezTo>
                <a:cubicBezTo>
                  <a:pt x="5173678" y="757428"/>
                  <a:pt x="5301440" y="913765"/>
                  <a:pt x="5476319" y="983869"/>
                </a:cubicBezTo>
                <a:lnTo>
                  <a:pt x="5476319" y="6056452"/>
                </a:lnTo>
                <a:close/>
              </a:path>
            </a:pathLst>
          </a:custGeom>
          <a:solidFill>
            <a:schemeClr val="accent1"/>
          </a:solidFill>
          <a:ln>
            <a:noFill/>
          </a:ln>
        </p:spPr>
        <p:txBody>
          <a:bodyPr anchorCtr="0" anchor="ctr" bIns="104675" lIns="104675" spcFirstLastPara="1" rIns="104675" wrap="square" tIns="104675">
            <a:noAutofit/>
          </a:bodyPr>
          <a:lstStyle/>
          <a:p>
            <a:pPr indent="0" lvl="0" marL="0" rtl="0" algn="l">
              <a:spcBef>
                <a:spcPts val="0"/>
              </a:spcBef>
              <a:spcAft>
                <a:spcPts val="0"/>
              </a:spcAft>
              <a:buNone/>
            </a:pPr>
            <a:r>
              <a:t/>
            </a:r>
            <a:endParaRPr sz="1603"/>
          </a:p>
        </p:txBody>
      </p:sp>
      <p:sp>
        <p:nvSpPr>
          <p:cNvPr id="189" name="Google Shape;189;p22"/>
          <p:cNvSpPr/>
          <p:nvPr/>
        </p:nvSpPr>
        <p:spPr>
          <a:xfrm>
            <a:off x="11842876" y="3428999"/>
            <a:ext cx="4169319" cy="4874748"/>
          </a:xfrm>
          <a:custGeom>
            <a:rect b="b" l="l" r="r" t="t"/>
            <a:pathLst>
              <a:path extrusionOk="0" h="6677737" w="5711396">
                <a:moveTo>
                  <a:pt x="5679646" y="788162"/>
                </a:moveTo>
                <a:cubicBezTo>
                  <a:pt x="5506291" y="787781"/>
                  <a:pt x="5365574" y="646557"/>
                  <a:pt x="5365955" y="473202"/>
                </a:cubicBezTo>
                <a:lnTo>
                  <a:pt x="5366210" y="347091"/>
                </a:lnTo>
                <a:lnTo>
                  <a:pt x="5240099" y="346837"/>
                </a:lnTo>
                <a:cubicBezTo>
                  <a:pt x="5066743" y="346456"/>
                  <a:pt x="4926155" y="205232"/>
                  <a:pt x="4926409" y="31877"/>
                </a:cubicBezTo>
                <a:lnTo>
                  <a:pt x="4926409" y="0"/>
                </a:lnTo>
                <a:lnTo>
                  <a:pt x="784733" y="0"/>
                </a:lnTo>
                <a:lnTo>
                  <a:pt x="784860" y="31877"/>
                </a:lnTo>
                <a:cubicBezTo>
                  <a:pt x="784987" y="115824"/>
                  <a:pt x="752475" y="194818"/>
                  <a:pt x="693293" y="254381"/>
                </a:cubicBezTo>
                <a:cubicBezTo>
                  <a:pt x="634111" y="313817"/>
                  <a:pt x="555244" y="346710"/>
                  <a:pt x="471170" y="346964"/>
                </a:cubicBezTo>
                <a:lnTo>
                  <a:pt x="345059" y="347218"/>
                </a:lnTo>
                <a:lnTo>
                  <a:pt x="345313" y="473329"/>
                </a:lnTo>
                <a:cubicBezTo>
                  <a:pt x="345694" y="646684"/>
                  <a:pt x="204978" y="787908"/>
                  <a:pt x="31623" y="788289"/>
                </a:cubicBezTo>
                <a:lnTo>
                  <a:pt x="0" y="788162"/>
                </a:lnTo>
                <a:lnTo>
                  <a:pt x="0" y="6257493"/>
                </a:lnTo>
                <a:lnTo>
                  <a:pt x="31750" y="6257493"/>
                </a:lnTo>
                <a:cubicBezTo>
                  <a:pt x="245364" y="6257493"/>
                  <a:pt x="419227" y="6431356"/>
                  <a:pt x="419227" y="6645987"/>
                </a:cubicBezTo>
                <a:lnTo>
                  <a:pt x="419227" y="6677737"/>
                </a:lnTo>
                <a:lnTo>
                  <a:pt x="5259911" y="6677737"/>
                </a:lnTo>
                <a:lnTo>
                  <a:pt x="5291661" y="6677737"/>
                </a:lnTo>
                <a:lnTo>
                  <a:pt x="5291661" y="6644970"/>
                </a:lnTo>
                <a:cubicBezTo>
                  <a:pt x="5291661" y="6431356"/>
                  <a:pt x="5465524" y="6257493"/>
                  <a:pt x="5679646" y="6257493"/>
                </a:cubicBezTo>
                <a:lnTo>
                  <a:pt x="5711396" y="6257493"/>
                </a:lnTo>
                <a:lnTo>
                  <a:pt x="5711396" y="788162"/>
                </a:lnTo>
                <a:lnTo>
                  <a:pt x="5679646" y="788162"/>
                </a:lnTo>
                <a:close/>
                <a:moveTo>
                  <a:pt x="5647896" y="6195136"/>
                </a:moveTo>
                <a:cubicBezTo>
                  <a:pt x="5424249" y="6210503"/>
                  <a:pt x="5244924" y="6389827"/>
                  <a:pt x="5229304" y="6614364"/>
                </a:cubicBezTo>
                <a:lnTo>
                  <a:pt x="481711" y="6614364"/>
                </a:lnTo>
                <a:cubicBezTo>
                  <a:pt x="466598" y="6390335"/>
                  <a:pt x="287274" y="6210757"/>
                  <a:pt x="63500" y="6195136"/>
                </a:cubicBezTo>
                <a:lnTo>
                  <a:pt x="63500" y="850265"/>
                </a:lnTo>
                <a:cubicBezTo>
                  <a:pt x="257048" y="833755"/>
                  <a:pt x="409194" y="670687"/>
                  <a:pt x="408813" y="473075"/>
                </a:cubicBezTo>
                <a:lnTo>
                  <a:pt x="408686" y="410464"/>
                </a:lnTo>
                <a:lnTo>
                  <a:pt x="471297" y="410337"/>
                </a:lnTo>
                <a:cubicBezTo>
                  <a:pt x="668909" y="409829"/>
                  <a:pt x="831215" y="257048"/>
                  <a:pt x="847090" y="63500"/>
                </a:cubicBezTo>
                <a:lnTo>
                  <a:pt x="4864306" y="63500"/>
                </a:lnTo>
                <a:cubicBezTo>
                  <a:pt x="4880181" y="257048"/>
                  <a:pt x="5042487" y="409829"/>
                  <a:pt x="5240099" y="410337"/>
                </a:cubicBezTo>
                <a:lnTo>
                  <a:pt x="5302710" y="410464"/>
                </a:lnTo>
                <a:lnTo>
                  <a:pt x="5302583" y="473075"/>
                </a:lnTo>
                <a:cubicBezTo>
                  <a:pt x="5302202" y="670687"/>
                  <a:pt x="5454348" y="833755"/>
                  <a:pt x="5647896" y="850265"/>
                </a:cubicBezTo>
                <a:lnTo>
                  <a:pt x="5647896" y="6195136"/>
                </a:lnTo>
                <a:close/>
                <a:moveTo>
                  <a:pt x="5163517" y="559562"/>
                </a:moveTo>
                <a:lnTo>
                  <a:pt x="5161993" y="550545"/>
                </a:lnTo>
                <a:lnTo>
                  <a:pt x="5152977" y="549021"/>
                </a:lnTo>
                <a:cubicBezTo>
                  <a:pt x="5045280" y="530987"/>
                  <a:pt x="4947364" y="480187"/>
                  <a:pt x="4869640" y="402082"/>
                </a:cubicBezTo>
                <a:cubicBezTo>
                  <a:pt x="4816680" y="348996"/>
                  <a:pt x="4776675" y="286893"/>
                  <a:pt x="4750514" y="217678"/>
                </a:cubicBezTo>
                <a:lnTo>
                  <a:pt x="4747466" y="209423"/>
                </a:lnTo>
                <a:lnTo>
                  <a:pt x="963930" y="209423"/>
                </a:lnTo>
                <a:lnTo>
                  <a:pt x="960882" y="217678"/>
                </a:lnTo>
                <a:cubicBezTo>
                  <a:pt x="934720" y="286893"/>
                  <a:pt x="894715" y="348869"/>
                  <a:pt x="841756" y="402082"/>
                </a:cubicBezTo>
                <a:cubicBezTo>
                  <a:pt x="764032" y="480187"/>
                  <a:pt x="665988" y="530987"/>
                  <a:pt x="558419" y="549021"/>
                </a:cubicBezTo>
                <a:lnTo>
                  <a:pt x="549529" y="550545"/>
                </a:lnTo>
                <a:lnTo>
                  <a:pt x="548005" y="559562"/>
                </a:lnTo>
                <a:cubicBezTo>
                  <a:pt x="517779" y="742188"/>
                  <a:pt x="391287" y="897001"/>
                  <a:pt x="217805" y="963295"/>
                </a:cubicBezTo>
                <a:lnTo>
                  <a:pt x="209550" y="966470"/>
                </a:lnTo>
                <a:lnTo>
                  <a:pt x="209550" y="6074994"/>
                </a:lnTo>
                <a:lnTo>
                  <a:pt x="218313" y="6077915"/>
                </a:lnTo>
                <a:cubicBezTo>
                  <a:pt x="398018" y="6137224"/>
                  <a:pt x="540385" y="6279845"/>
                  <a:pt x="599313" y="6459550"/>
                </a:cubicBezTo>
                <a:lnTo>
                  <a:pt x="602234" y="6468313"/>
                </a:lnTo>
                <a:lnTo>
                  <a:pt x="5109035" y="6468313"/>
                </a:lnTo>
                <a:lnTo>
                  <a:pt x="5111955" y="6459550"/>
                </a:lnTo>
                <a:cubicBezTo>
                  <a:pt x="5171010" y="6279591"/>
                  <a:pt x="5313504" y="6136843"/>
                  <a:pt x="5493210" y="6077661"/>
                </a:cubicBezTo>
                <a:lnTo>
                  <a:pt x="5501973" y="6074740"/>
                </a:lnTo>
                <a:lnTo>
                  <a:pt x="5501973" y="966470"/>
                </a:lnTo>
                <a:lnTo>
                  <a:pt x="5493845" y="963295"/>
                </a:lnTo>
                <a:cubicBezTo>
                  <a:pt x="5320236" y="896874"/>
                  <a:pt x="5193743" y="742188"/>
                  <a:pt x="5163517" y="559562"/>
                </a:cubicBezTo>
                <a:close/>
                <a:moveTo>
                  <a:pt x="5476446" y="6056452"/>
                </a:moveTo>
                <a:cubicBezTo>
                  <a:pt x="5296105" y="6118809"/>
                  <a:pt x="5152849" y="6262192"/>
                  <a:pt x="5090620" y="6442786"/>
                </a:cubicBezTo>
                <a:lnTo>
                  <a:pt x="620395" y="6442786"/>
                </a:lnTo>
                <a:cubicBezTo>
                  <a:pt x="558292" y="6262446"/>
                  <a:pt x="415163" y="6119063"/>
                  <a:pt x="234950" y="6056579"/>
                </a:cubicBezTo>
                <a:lnTo>
                  <a:pt x="234950" y="983869"/>
                </a:lnTo>
                <a:cubicBezTo>
                  <a:pt x="409829" y="913765"/>
                  <a:pt x="537718" y="757428"/>
                  <a:pt x="571373" y="572643"/>
                </a:cubicBezTo>
                <a:cubicBezTo>
                  <a:pt x="680847" y="552450"/>
                  <a:pt x="780288" y="499872"/>
                  <a:pt x="859663" y="420116"/>
                </a:cubicBezTo>
                <a:cubicBezTo>
                  <a:pt x="913003" y="366522"/>
                  <a:pt x="953897" y="304292"/>
                  <a:pt x="981329" y="235077"/>
                </a:cubicBezTo>
                <a:lnTo>
                  <a:pt x="4729940" y="235077"/>
                </a:lnTo>
                <a:cubicBezTo>
                  <a:pt x="4757372" y="304419"/>
                  <a:pt x="4798266" y="366649"/>
                  <a:pt x="4851606" y="420116"/>
                </a:cubicBezTo>
                <a:cubicBezTo>
                  <a:pt x="4930981" y="499745"/>
                  <a:pt x="5030422" y="552450"/>
                  <a:pt x="5139896" y="572643"/>
                </a:cubicBezTo>
                <a:cubicBezTo>
                  <a:pt x="5173678" y="757428"/>
                  <a:pt x="5301440" y="913765"/>
                  <a:pt x="5476319" y="983869"/>
                </a:cubicBezTo>
                <a:lnTo>
                  <a:pt x="5476319" y="6056452"/>
                </a:lnTo>
                <a:close/>
              </a:path>
            </a:pathLst>
          </a:custGeom>
          <a:solidFill>
            <a:schemeClr val="accent1"/>
          </a:solidFill>
          <a:ln>
            <a:noFill/>
          </a:ln>
        </p:spPr>
        <p:txBody>
          <a:bodyPr anchorCtr="0" anchor="ctr" bIns="104675" lIns="104675" spcFirstLastPara="1" rIns="104675" wrap="square" tIns="104675">
            <a:noAutofit/>
          </a:bodyPr>
          <a:lstStyle/>
          <a:p>
            <a:pPr indent="0" lvl="0" marL="0" rtl="0" algn="l">
              <a:spcBef>
                <a:spcPts val="0"/>
              </a:spcBef>
              <a:spcAft>
                <a:spcPts val="0"/>
              </a:spcAft>
              <a:buNone/>
            </a:pPr>
            <a:r>
              <a:t/>
            </a:r>
            <a:endParaRPr/>
          </a:p>
        </p:txBody>
      </p:sp>
      <p:sp>
        <p:nvSpPr>
          <p:cNvPr id="190" name="Google Shape;190;p22"/>
          <p:cNvSpPr txBox="1"/>
          <p:nvPr/>
        </p:nvSpPr>
        <p:spPr>
          <a:xfrm>
            <a:off x="2755947" y="4939160"/>
            <a:ext cx="3220200" cy="9303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2747">
                <a:solidFill>
                  <a:schemeClr val="accent1"/>
                </a:solidFill>
                <a:latin typeface="Public Sans"/>
                <a:ea typeface="Public Sans"/>
                <a:cs typeface="Public Sans"/>
                <a:sym typeface="Public Sans"/>
              </a:rPr>
              <a:t>European Commission</a:t>
            </a:r>
            <a:endParaRPr sz="1603">
              <a:solidFill>
                <a:schemeClr val="accent1"/>
              </a:solidFill>
            </a:endParaRPr>
          </a:p>
        </p:txBody>
      </p:sp>
      <p:sp>
        <p:nvSpPr>
          <p:cNvPr id="191" name="Google Shape;191;p22"/>
          <p:cNvSpPr txBox="1"/>
          <p:nvPr/>
        </p:nvSpPr>
        <p:spPr>
          <a:xfrm>
            <a:off x="2755947" y="6119812"/>
            <a:ext cx="3220200" cy="1145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2518">
                <a:solidFill>
                  <a:schemeClr val="accent1"/>
                </a:solidFill>
                <a:latin typeface="Public Sans"/>
                <a:ea typeface="Public Sans"/>
                <a:cs typeface="Public Sans"/>
                <a:sym typeface="Public Sans"/>
              </a:rPr>
              <a:t>Proposes and implements policy</a:t>
            </a:r>
            <a:endParaRPr sz="1603">
              <a:solidFill>
                <a:schemeClr val="accent1"/>
              </a:solidFill>
            </a:endParaRPr>
          </a:p>
          <a:p>
            <a:pPr indent="0" lvl="0" marL="0" marR="0" rtl="0" algn="l">
              <a:lnSpc>
                <a:spcPct val="100000"/>
              </a:lnSpc>
              <a:spcBef>
                <a:spcPts val="0"/>
              </a:spcBef>
              <a:spcAft>
                <a:spcPts val="0"/>
              </a:spcAft>
              <a:buNone/>
            </a:pPr>
            <a:r>
              <a:t/>
            </a:r>
            <a:endParaRPr sz="2404">
              <a:solidFill>
                <a:schemeClr val="accent1"/>
              </a:solidFill>
              <a:latin typeface="Public Sans"/>
              <a:ea typeface="Public Sans"/>
              <a:cs typeface="Public Sans"/>
              <a:sym typeface="Public Sans"/>
            </a:endParaRPr>
          </a:p>
        </p:txBody>
      </p:sp>
      <p:sp>
        <p:nvSpPr>
          <p:cNvPr id="192" name="Google Shape;192;p22"/>
          <p:cNvSpPr txBox="1"/>
          <p:nvPr/>
        </p:nvSpPr>
        <p:spPr>
          <a:xfrm>
            <a:off x="7753232" y="4939160"/>
            <a:ext cx="2793000" cy="9303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2747">
                <a:solidFill>
                  <a:schemeClr val="accent1"/>
                </a:solidFill>
                <a:latin typeface="Public Sans"/>
                <a:ea typeface="Public Sans"/>
                <a:cs typeface="Public Sans"/>
                <a:sym typeface="Public Sans"/>
              </a:rPr>
              <a:t>European Council</a:t>
            </a:r>
            <a:endParaRPr b="1" sz="2747">
              <a:solidFill>
                <a:schemeClr val="accent1"/>
              </a:solidFill>
              <a:latin typeface="Public Sans"/>
              <a:ea typeface="Public Sans"/>
              <a:cs typeface="Public Sans"/>
              <a:sym typeface="Public Sans"/>
            </a:endParaRPr>
          </a:p>
        </p:txBody>
      </p:sp>
      <p:sp>
        <p:nvSpPr>
          <p:cNvPr id="193" name="Google Shape;193;p22"/>
          <p:cNvSpPr txBox="1"/>
          <p:nvPr/>
        </p:nvSpPr>
        <p:spPr>
          <a:xfrm>
            <a:off x="7539560" y="6119812"/>
            <a:ext cx="3220200" cy="7752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2518">
                <a:solidFill>
                  <a:schemeClr val="accent1"/>
                </a:solidFill>
                <a:latin typeface="Public Sans"/>
                <a:ea typeface="Public Sans"/>
                <a:cs typeface="Public Sans"/>
                <a:sym typeface="Public Sans"/>
              </a:rPr>
              <a:t>Sets long‑term political agenda</a:t>
            </a:r>
            <a:endParaRPr sz="2404">
              <a:solidFill>
                <a:schemeClr val="accent1"/>
              </a:solidFill>
              <a:latin typeface="Public Sans"/>
              <a:ea typeface="Public Sans"/>
              <a:cs typeface="Public Sans"/>
              <a:sym typeface="Public Sans"/>
            </a:endParaRPr>
          </a:p>
        </p:txBody>
      </p:sp>
      <p:sp>
        <p:nvSpPr>
          <p:cNvPr id="194" name="Google Shape;194;p22"/>
          <p:cNvSpPr txBox="1"/>
          <p:nvPr/>
        </p:nvSpPr>
        <p:spPr>
          <a:xfrm>
            <a:off x="12323172" y="4939160"/>
            <a:ext cx="3220200" cy="422700"/>
          </a:xfrm>
          <a:prstGeom prst="rect">
            <a:avLst/>
          </a:prstGeom>
          <a:noFill/>
          <a:ln>
            <a:noFill/>
          </a:ln>
        </p:spPr>
        <p:txBody>
          <a:bodyPr anchorCtr="0" anchor="t" bIns="0" lIns="0" spcFirstLastPara="1" rIns="0" wrap="square" tIns="0">
            <a:spAutoFit/>
          </a:bodyPr>
          <a:lstStyle/>
          <a:p>
            <a:pPr indent="0" lvl="0" marL="0" marR="0" rtl="0" algn="ctr">
              <a:lnSpc>
                <a:spcPct val="120008"/>
              </a:lnSpc>
              <a:spcBef>
                <a:spcPts val="0"/>
              </a:spcBef>
              <a:spcAft>
                <a:spcPts val="0"/>
              </a:spcAft>
              <a:buNone/>
            </a:pPr>
            <a:r>
              <a:rPr b="1" lang="en-US" sz="2747">
                <a:solidFill>
                  <a:schemeClr val="accent1"/>
                </a:solidFill>
                <a:latin typeface="Public Sans"/>
                <a:ea typeface="Public Sans"/>
                <a:cs typeface="Public Sans"/>
                <a:sym typeface="Public Sans"/>
              </a:rPr>
              <a:t>Council of the EU</a:t>
            </a:r>
            <a:endParaRPr b="1" sz="2747">
              <a:solidFill>
                <a:schemeClr val="accent1"/>
              </a:solidFill>
              <a:latin typeface="Public Sans"/>
              <a:ea typeface="Public Sans"/>
              <a:cs typeface="Public Sans"/>
              <a:sym typeface="Public Sans"/>
            </a:endParaRPr>
          </a:p>
        </p:txBody>
      </p:sp>
      <p:sp>
        <p:nvSpPr>
          <p:cNvPr id="195" name="Google Shape;195;p22"/>
          <p:cNvSpPr txBox="1"/>
          <p:nvPr/>
        </p:nvSpPr>
        <p:spPr>
          <a:xfrm>
            <a:off x="12197484" y="6119812"/>
            <a:ext cx="3471600" cy="11451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2518">
                <a:solidFill>
                  <a:schemeClr val="accent1"/>
                </a:solidFill>
                <a:latin typeface="Public Sans"/>
                <a:ea typeface="Public Sans"/>
                <a:cs typeface="Public Sans"/>
                <a:sym typeface="Public Sans"/>
              </a:rPr>
              <a:t>Represents member states in law-making</a:t>
            </a:r>
            <a:endParaRPr sz="1603">
              <a:solidFill>
                <a:schemeClr val="accent1"/>
              </a:solidFill>
            </a:endParaRPr>
          </a:p>
          <a:p>
            <a:pPr indent="0" lvl="0" marL="0" marR="0" rtl="0" algn="ctr">
              <a:lnSpc>
                <a:spcPct val="100000"/>
              </a:lnSpc>
              <a:spcBef>
                <a:spcPts val="0"/>
              </a:spcBef>
              <a:spcAft>
                <a:spcPts val="0"/>
              </a:spcAft>
              <a:buNone/>
            </a:pPr>
            <a:r>
              <a:t/>
            </a:r>
            <a:endParaRPr sz="2404">
              <a:solidFill>
                <a:schemeClr val="accent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